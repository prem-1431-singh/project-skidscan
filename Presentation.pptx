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64" r:id="rId4"/>
    <p:sldId id="259" r:id="rId5"/>
    <p:sldId id="280" r:id="rId6"/>
    <p:sldId id="261" r:id="rId7"/>
    <p:sldId id="269" r:id="rId8"/>
    <p:sldId id="270" r:id="rId9"/>
    <p:sldId id="268" r:id="rId10"/>
    <p:sldId id="266" r:id="rId11"/>
    <p:sldId id="278" r:id="rId12"/>
    <p:sldId id="277" r:id="rId13"/>
    <p:sldId id="279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2A293-0F8F-43A3-9C0F-0564927E18DB}" v="106" dt="2025-10-30T14:53:37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EDAE6-9491-4858-9556-2AD9CC91316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25147-3F0A-4E68-AC63-09C0E476F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94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25147-3F0A-4E68-AC63-09C0E476F6F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964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25147-3F0A-4E68-AC63-09C0E476F6F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184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25147-3F0A-4E68-AC63-09C0E476F6F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563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6607C-3773-AE31-C489-CD486E445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50F73-3741-4438-59A3-D182B753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2F97E-EB43-194C-05B9-B53D8330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94F64-AED7-E634-B34B-613BE892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E4CAF-FB20-5EB2-695E-EEE54D94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02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219F5-A000-A6EF-C1C8-F7BABBF90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722-8203-7ED8-9DB0-558993312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8AD2F-4C7B-CA65-0DBE-AE79B4BC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2E717-CD15-27E0-EFE2-3D427526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119C0-5E90-006C-2838-974F29CC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5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28534-1EE5-F498-F94C-3708D35C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DF7EA-E9B4-98FE-7106-134154B25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E082E-EB16-6E3C-A4DE-F88662DE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B9A16-B9C8-8B88-6502-9D625FE4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74118-6D49-9036-FE00-7F83AB7E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027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55A4-12F1-12BE-C031-BC7A36D4A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60C18-E4F5-38C9-73DB-0AC2E36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0E8FD-C471-8AC4-1589-F3706A96A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AABA5-537C-523C-D694-131FA06A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344C9-A475-F20D-F2A0-BB3ABF0AD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856A5-A76E-82A0-8930-68003429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142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A69F-43A6-EE0D-5CC1-9C1C0D03B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A8E43-0D65-9386-16C8-D161AF922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20242-F98A-8F1F-85B3-2C888D479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8CB3A8-B11F-7070-FC5D-83B27028F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6A9FF-5BDC-39F9-EDED-EEFD7E09E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6F425D-31A0-31C1-F574-14D94405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F6CD0E-8B14-6FB5-1740-E278AB2B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50D7C-3881-94C5-9AEF-F3CB287F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02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B0B1-B078-F5DE-2E41-F337BF1B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8BE4C-07A5-0272-06CB-1B55A9642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6EB6C6-D577-9777-F641-50E311A8C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EAD5B-4331-A4AB-F267-9064A68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77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2AC60A-BE72-AFEB-00F7-6B67B22E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4FDE9-5232-CB7A-976F-53376623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2659A-6F71-30CA-283A-D7D9419A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3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9134-17C7-F803-9B95-7C7924A3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A5736-A9D4-5F5A-672E-A672B7AFD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AA356-58D5-AEBA-027A-B6D22F5C2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EF7AF-2E03-D982-230E-257DC80B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0E4FE-7B36-B6DC-374D-307ED15B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B87B3-7FE0-30E9-2892-47DFA8C9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59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5D60A-2837-7675-6289-7FEB59CEE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F79CE1-1C00-DCBF-B582-9ECE62B51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90B4D-9622-86FC-63C7-089D65F60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C025B-4936-2E08-72F2-B5CE283EF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566D1-377F-A8C8-EF6F-284BA690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956C4-B6B5-772D-E0DC-CE92E994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07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F4FD-5DF1-3F5C-C25D-2A68E04C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F1779-3C20-26D7-2099-F755E2361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269A1-5873-0B73-73B6-AA410D13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91286-FF9E-3D2D-982B-9B4B193E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215D6-561C-B9C6-F56A-ACE6CBC6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69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E764EB-FA6E-38A9-3837-F42C07418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80A31-4FEF-06DF-57BE-2E96BD453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99A77-7579-AFB3-BBF2-548BBC30B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B2A86-E7AF-AA80-FBF4-DD33214C0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616A2-58E5-40A0-B9E1-DB687C91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69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0994CA-0F0F-5BD8-51A1-D4D9CFD2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6640C-CC3B-4076-2224-8C93121E8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B15F8-D369-8E9C-D351-A6A7A5902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F5DDA-53D9-48F7-BE49-01E3D158A2D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9E072-E83C-8391-7C5D-E96FACB23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EF7A-CB53-0062-E2AF-B077D0B69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EA412F-4DCE-47D7-B7CC-F6E1A175C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02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jp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jpg"/><Relationship Id="rId2" Type="http://schemas.openxmlformats.org/officeDocument/2006/relationships/image" Target="../media/image1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2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1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12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52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12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50.png"/><Relationship Id="rId4" Type="http://schemas.openxmlformats.org/officeDocument/2006/relationships/image" Target="../media/image12.png"/><Relationship Id="rId9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jpg"/><Relationship Id="rId5" Type="http://schemas.openxmlformats.org/officeDocument/2006/relationships/image" Target="../media/image12.png"/><Relationship Id="rId10" Type="http://schemas.openxmlformats.org/officeDocument/2006/relationships/image" Target="../media/image57.png"/><Relationship Id="rId4" Type="http://schemas.openxmlformats.org/officeDocument/2006/relationships/image" Target="../media/image2.png"/><Relationship Id="rId9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12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2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jpg"/><Relationship Id="rId5" Type="http://schemas.openxmlformats.org/officeDocument/2006/relationships/image" Target="../media/image12.png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2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jpg"/><Relationship Id="rId2" Type="http://schemas.openxmlformats.org/officeDocument/2006/relationships/image" Target="../media/image1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79.png"/><Relationship Id="rId5" Type="http://schemas.openxmlformats.org/officeDocument/2006/relationships/image" Target="../media/image74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4" Type="http://schemas.openxmlformats.org/officeDocument/2006/relationships/image" Target="../media/image1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7.png"/><Relationship Id="rId2" Type="http://schemas.openxmlformats.org/officeDocument/2006/relationships/image" Target="../media/image1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12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2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12.png"/><Relationship Id="rId9" Type="http://schemas.openxmlformats.org/officeDocument/2006/relationships/image" Target="../media/image10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/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5" name="object 24">
            <a:extLst>
              <a:ext uri="{FF2B5EF4-FFF2-40B4-BE49-F238E27FC236}">
                <a16:creationId xmlns:a16="http://schemas.microsoft.com/office/drawing/2014/main" id="{56180ED4-80CB-6F56-56FB-506ECBD6DAD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697" y="657673"/>
            <a:ext cx="1656735" cy="1582446"/>
          </a:xfrm>
          <a:prstGeom prst="rect">
            <a:avLst/>
          </a:prstGeom>
        </p:spPr>
      </p:pic>
      <p:pic>
        <p:nvPicPr>
          <p:cNvPr id="7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14452" y="718406"/>
            <a:ext cx="3672348" cy="732404"/>
          </a:xfrm>
          <a:prstGeom prst="rect">
            <a:avLst/>
          </a:prstGeom>
        </p:spPr>
      </p:pic>
      <p:sp>
        <p:nvSpPr>
          <p:cNvPr id="8" name="object 8"/>
          <p:cNvSpPr txBox="1">
            <a:spLocks/>
          </p:cNvSpPr>
          <p:nvPr/>
        </p:nvSpPr>
        <p:spPr>
          <a:xfrm>
            <a:off x="2814251" y="676804"/>
            <a:ext cx="7966389" cy="69249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4400" b="1" dirty="0">
                <a:solidFill>
                  <a:srgbClr val="FFFF00"/>
                </a:solidFill>
              </a:rPr>
              <a:t>GPCSSI-2025</a:t>
            </a:r>
          </a:p>
        </p:txBody>
      </p:sp>
      <p:grpSp>
        <p:nvGrpSpPr>
          <p:cNvPr id="28" name="object 16"/>
          <p:cNvGrpSpPr/>
          <p:nvPr/>
        </p:nvGrpSpPr>
        <p:grpSpPr>
          <a:xfrm>
            <a:off x="6646688" y="2803558"/>
            <a:ext cx="4506704" cy="2240390"/>
            <a:chOff x="6524625" y="3409949"/>
            <a:chExt cx="3133725" cy="1809750"/>
          </a:xfrm>
        </p:grpSpPr>
        <p:sp>
          <p:nvSpPr>
            <p:cNvPr id="30" name="object 17"/>
            <p:cNvSpPr/>
            <p:nvPr/>
          </p:nvSpPr>
          <p:spPr>
            <a:xfrm>
              <a:off x="6524625" y="3409949"/>
              <a:ext cx="3133725" cy="1809750"/>
            </a:xfrm>
            <a:custGeom>
              <a:avLst/>
              <a:gdLst/>
              <a:ahLst/>
              <a:cxnLst/>
              <a:rect l="l" t="t" r="r" b="b"/>
              <a:pathLst>
                <a:path w="3133725" h="1809750">
                  <a:moveTo>
                    <a:pt x="3057524" y="1809749"/>
                  </a:moveTo>
                  <a:lnTo>
                    <a:pt x="76199" y="1809749"/>
                  </a:lnTo>
                  <a:lnTo>
                    <a:pt x="68693" y="1809387"/>
                  </a:lnTo>
                  <a:lnTo>
                    <a:pt x="27882" y="1792482"/>
                  </a:lnTo>
                  <a:lnTo>
                    <a:pt x="3261" y="1755635"/>
                  </a:lnTo>
                  <a:lnTo>
                    <a:pt x="0" y="17335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057524" y="0"/>
                  </a:lnTo>
                  <a:lnTo>
                    <a:pt x="3099865" y="12829"/>
                  </a:lnTo>
                  <a:lnTo>
                    <a:pt x="3127923" y="47038"/>
                  </a:lnTo>
                  <a:lnTo>
                    <a:pt x="3133724" y="76199"/>
                  </a:lnTo>
                  <a:lnTo>
                    <a:pt x="3133724" y="1733549"/>
                  </a:lnTo>
                  <a:lnTo>
                    <a:pt x="3120893" y="1775891"/>
                  </a:lnTo>
                  <a:lnTo>
                    <a:pt x="3086684" y="1803948"/>
                  </a:lnTo>
                  <a:lnTo>
                    <a:pt x="3057524" y="1809749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8"/>
            <p:cNvSpPr/>
            <p:nvPr/>
          </p:nvSpPr>
          <p:spPr>
            <a:xfrm>
              <a:off x="6524625" y="3409949"/>
              <a:ext cx="3133725" cy="1809750"/>
            </a:xfrm>
            <a:custGeom>
              <a:avLst/>
              <a:gdLst/>
              <a:ahLst/>
              <a:cxnLst/>
              <a:rect l="l" t="t" r="r" b="b"/>
              <a:pathLst>
                <a:path w="3133725" h="1809750">
                  <a:moveTo>
                    <a:pt x="3057524" y="1809749"/>
                  </a:moveTo>
                  <a:lnTo>
                    <a:pt x="76199" y="1809749"/>
                  </a:lnTo>
                  <a:lnTo>
                    <a:pt x="68693" y="1809387"/>
                  </a:lnTo>
                  <a:lnTo>
                    <a:pt x="27882" y="1792482"/>
                  </a:lnTo>
                  <a:lnTo>
                    <a:pt x="3261" y="1755636"/>
                  </a:lnTo>
                  <a:lnTo>
                    <a:pt x="0" y="17335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057524" y="0"/>
                  </a:lnTo>
                  <a:lnTo>
                    <a:pt x="3094344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1737927"/>
                  </a:lnTo>
                  <a:lnTo>
                    <a:pt x="9832" y="1741056"/>
                  </a:lnTo>
                  <a:lnTo>
                    <a:pt x="9951" y="1742263"/>
                  </a:lnTo>
                  <a:lnTo>
                    <a:pt x="25957" y="1777600"/>
                  </a:lnTo>
                  <a:lnTo>
                    <a:pt x="58897" y="1798089"/>
                  </a:lnTo>
                  <a:lnTo>
                    <a:pt x="71821" y="1800224"/>
                  </a:lnTo>
                  <a:lnTo>
                    <a:pt x="3094343" y="1800224"/>
                  </a:lnTo>
                  <a:lnTo>
                    <a:pt x="3093480" y="1800741"/>
                  </a:lnTo>
                  <a:lnTo>
                    <a:pt x="3086684" y="1803948"/>
                  </a:lnTo>
                  <a:lnTo>
                    <a:pt x="3079610" y="1806486"/>
                  </a:lnTo>
                  <a:lnTo>
                    <a:pt x="3072392" y="1808299"/>
                  </a:lnTo>
                  <a:lnTo>
                    <a:pt x="3065030" y="1809387"/>
                  </a:lnTo>
                  <a:lnTo>
                    <a:pt x="3057524" y="1809749"/>
                  </a:lnTo>
                  <a:close/>
                </a:path>
                <a:path w="3133725" h="1809750">
                  <a:moveTo>
                    <a:pt x="3094343" y="1800224"/>
                  </a:moveTo>
                  <a:lnTo>
                    <a:pt x="3061902" y="1800224"/>
                  </a:lnTo>
                  <a:lnTo>
                    <a:pt x="3066238" y="1799797"/>
                  </a:lnTo>
                  <a:lnTo>
                    <a:pt x="3074825" y="1798089"/>
                  </a:lnTo>
                  <a:lnTo>
                    <a:pt x="3107766" y="1777600"/>
                  </a:lnTo>
                  <a:lnTo>
                    <a:pt x="3123772" y="1742263"/>
                  </a:lnTo>
                  <a:lnTo>
                    <a:pt x="3124198" y="1737927"/>
                  </a:lnTo>
                  <a:lnTo>
                    <a:pt x="3124198" y="71821"/>
                  </a:lnTo>
                  <a:lnTo>
                    <a:pt x="3110529" y="35517"/>
                  </a:lnTo>
                  <a:lnTo>
                    <a:pt x="3078681" y="12829"/>
                  </a:lnTo>
                  <a:lnTo>
                    <a:pt x="3061902" y="9524"/>
                  </a:lnTo>
                  <a:lnTo>
                    <a:pt x="3094344" y="9524"/>
                  </a:lnTo>
                  <a:lnTo>
                    <a:pt x="3124715" y="40242"/>
                  </a:lnTo>
                  <a:lnTo>
                    <a:pt x="3133724" y="1733549"/>
                  </a:lnTo>
                  <a:lnTo>
                    <a:pt x="3133361" y="1741056"/>
                  </a:lnTo>
                  <a:lnTo>
                    <a:pt x="3116457" y="1781867"/>
                  </a:lnTo>
                  <a:lnTo>
                    <a:pt x="3099993" y="1796824"/>
                  </a:lnTo>
                  <a:lnTo>
                    <a:pt x="3094343" y="1800224"/>
                  </a:lnTo>
                  <a:close/>
                </a:path>
              </a:pathLst>
            </a:custGeom>
            <a:solidFill>
              <a:srgbClr val="A754F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19"/>
          <p:cNvSpPr txBox="1"/>
          <p:nvPr/>
        </p:nvSpPr>
        <p:spPr>
          <a:xfrm>
            <a:off x="7023739" y="2895105"/>
            <a:ext cx="3992594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800" b="1" spc="-80" dirty="0">
                <a:solidFill>
                  <a:srgbClr val="8A2AE2"/>
                </a:solidFill>
                <a:latin typeface="Arial"/>
                <a:cs typeface="Arial"/>
              </a:rPr>
              <a:t>Academic</a:t>
            </a:r>
            <a:r>
              <a:rPr sz="2800" b="1" spc="-45" dirty="0">
                <a:solidFill>
                  <a:srgbClr val="8A2AE2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8A2AE2"/>
                </a:solidFill>
                <a:latin typeface="Arial"/>
                <a:cs typeface="Arial"/>
              </a:rPr>
              <a:t>Information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6" name="object 20"/>
          <p:cNvSpPr txBox="1"/>
          <p:nvPr/>
        </p:nvSpPr>
        <p:spPr>
          <a:xfrm>
            <a:off x="6894757" y="3576726"/>
            <a:ext cx="3992594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spc="-45" dirty="0">
                <a:solidFill>
                  <a:srgbClr val="BF83FB"/>
                </a:solidFill>
                <a:latin typeface="Microsoft Sans Serif"/>
                <a:cs typeface="Microsoft Sans Serif"/>
              </a:rPr>
              <a:t>Mentor:- </a:t>
            </a:r>
            <a:r>
              <a:rPr lang="en-US" sz="2400" spc="-45" dirty="0">
                <a:solidFill>
                  <a:schemeClr val="bg1"/>
                </a:solidFill>
                <a:latin typeface="Microsoft Sans Serif"/>
                <a:cs typeface="Microsoft Sans Serif"/>
              </a:rPr>
              <a:t>Soumya Shrivastava </a:t>
            </a:r>
            <a:endParaRPr sz="2400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sp>
        <p:nvSpPr>
          <p:cNvPr id="37" name="object 21"/>
          <p:cNvSpPr txBox="1"/>
          <p:nvPr/>
        </p:nvSpPr>
        <p:spPr>
          <a:xfrm>
            <a:off x="6894757" y="4011161"/>
            <a:ext cx="4121576" cy="3250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000" spc="-10" dirty="0">
                <a:solidFill>
                  <a:srgbClr val="BF83FB"/>
                </a:solidFill>
                <a:latin typeface="Microsoft Sans Serif"/>
                <a:cs typeface="Microsoft Sans Serif"/>
              </a:rPr>
              <a:t>University:-</a:t>
            </a:r>
            <a:r>
              <a:rPr lang="en-US" sz="2000" spc="-10" dirty="0">
                <a:solidFill>
                  <a:schemeClr val="bg1"/>
                </a:solidFill>
                <a:latin typeface="Microsoft Sans Serif"/>
                <a:cs typeface="Microsoft Sans Serif"/>
              </a:rPr>
              <a:t>GLA University, Mathura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38" name="object 22"/>
          <p:cNvSpPr txBox="1"/>
          <p:nvPr/>
        </p:nvSpPr>
        <p:spPr>
          <a:xfrm>
            <a:off x="6894757" y="4414029"/>
            <a:ext cx="3885883" cy="3250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30" dirty="0">
                <a:solidFill>
                  <a:srgbClr val="BF83FB"/>
                </a:solidFill>
                <a:latin typeface="Microsoft Sans Serif"/>
                <a:cs typeface="Microsoft Sans Serif"/>
              </a:rPr>
              <a:t>Department</a:t>
            </a:r>
            <a:r>
              <a:rPr sz="2000" spc="-30" dirty="0">
                <a:solidFill>
                  <a:srgbClr val="BF83FB"/>
                </a:solidFill>
                <a:latin typeface="Georgia"/>
                <a:cs typeface="Georgia"/>
              </a:rPr>
              <a:t>:</a:t>
            </a:r>
            <a:r>
              <a:rPr sz="2000" dirty="0">
                <a:solidFill>
                  <a:srgbClr val="BF83FB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Computer</a:t>
            </a:r>
            <a:r>
              <a:rPr sz="20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Science</a:t>
            </a:r>
            <a:endParaRPr sz="2000" dirty="0">
              <a:latin typeface="Microsoft Sans Serif"/>
              <a:cs typeface="Microsoft Sans Serif"/>
            </a:endParaRPr>
          </a:p>
        </p:txBody>
      </p:sp>
      <p:grpSp>
        <p:nvGrpSpPr>
          <p:cNvPr id="39" name="object 9"/>
          <p:cNvGrpSpPr/>
          <p:nvPr/>
        </p:nvGrpSpPr>
        <p:grpSpPr>
          <a:xfrm>
            <a:off x="1058205" y="2803559"/>
            <a:ext cx="5026740" cy="2240390"/>
            <a:chOff x="3086100" y="3409949"/>
            <a:chExt cx="3133725" cy="1809750"/>
          </a:xfrm>
        </p:grpSpPr>
        <p:sp>
          <p:nvSpPr>
            <p:cNvPr id="40" name="object 10"/>
            <p:cNvSpPr/>
            <p:nvPr/>
          </p:nvSpPr>
          <p:spPr>
            <a:xfrm>
              <a:off x="3086100" y="3409949"/>
              <a:ext cx="3133725" cy="1809750"/>
            </a:xfrm>
            <a:custGeom>
              <a:avLst/>
              <a:gdLst/>
              <a:ahLst/>
              <a:cxnLst/>
              <a:rect l="l" t="t" r="r" b="b"/>
              <a:pathLst>
                <a:path w="3133725" h="1809750">
                  <a:moveTo>
                    <a:pt x="3057524" y="1809749"/>
                  </a:moveTo>
                  <a:lnTo>
                    <a:pt x="76199" y="1809749"/>
                  </a:lnTo>
                  <a:lnTo>
                    <a:pt x="68693" y="1809387"/>
                  </a:lnTo>
                  <a:lnTo>
                    <a:pt x="27882" y="1792482"/>
                  </a:lnTo>
                  <a:lnTo>
                    <a:pt x="3262" y="1755635"/>
                  </a:lnTo>
                  <a:lnTo>
                    <a:pt x="0" y="17335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057524" y="0"/>
                  </a:lnTo>
                  <a:lnTo>
                    <a:pt x="3099866" y="12829"/>
                  </a:lnTo>
                  <a:lnTo>
                    <a:pt x="3127923" y="47038"/>
                  </a:lnTo>
                  <a:lnTo>
                    <a:pt x="3133724" y="76199"/>
                  </a:lnTo>
                  <a:lnTo>
                    <a:pt x="3133724" y="1733549"/>
                  </a:lnTo>
                  <a:lnTo>
                    <a:pt x="3120893" y="1775891"/>
                  </a:lnTo>
                  <a:lnTo>
                    <a:pt x="3086684" y="1803948"/>
                  </a:lnTo>
                  <a:lnTo>
                    <a:pt x="3057524" y="1809749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object 11"/>
            <p:cNvSpPr/>
            <p:nvPr/>
          </p:nvSpPr>
          <p:spPr>
            <a:xfrm>
              <a:off x="3086100" y="3409949"/>
              <a:ext cx="3133725" cy="1809750"/>
            </a:xfrm>
            <a:custGeom>
              <a:avLst/>
              <a:gdLst/>
              <a:ahLst/>
              <a:cxnLst/>
              <a:rect l="l" t="t" r="r" b="b"/>
              <a:pathLst>
                <a:path w="3133725" h="1809750">
                  <a:moveTo>
                    <a:pt x="3057524" y="1809749"/>
                  </a:moveTo>
                  <a:lnTo>
                    <a:pt x="76199" y="1809749"/>
                  </a:lnTo>
                  <a:lnTo>
                    <a:pt x="68693" y="1809387"/>
                  </a:lnTo>
                  <a:lnTo>
                    <a:pt x="27882" y="1792482"/>
                  </a:lnTo>
                  <a:lnTo>
                    <a:pt x="3262" y="1755636"/>
                  </a:lnTo>
                  <a:lnTo>
                    <a:pt x="0" y="17335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057524" y="0"/>
                  </a:lnTo>
                  <a:lnTo>
                    <a:pt x="3094344" y="9524"/>
                  </a:lnTo>
                  <a:lnTo>
                    <a:pt x="71821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1737927"/>
                  </a:lnTo>
                  <a:lnTo>
                    <a:pt x="9833" y="1741056"/>
                  </a:lnTo>
                  <a:lnTo>
                    <a:pt x="9951" y="1742263"/>
                  </a:lnTo>
                  <a:lnTo>
                    <a:pt x="25957" y="1777600"/>
                  </a:lnTo>
                  <a:lnTo>
                    <a:pt x="58897" y="1798089"/>
                  </a:lnTo>
                  <a:lnTo>
                    <a:pt x="71821" y="1800224"/>
                  </a:lnTo>
                  <a:lnTo>
                    <a:pt x="3094344" y="1800224"/>
                  </a:lnTo>
                  <a:lnTo>
                    <a:pt x="3093480" y="1800741"/>
                  </a:lnTo>
                  <a:lnTo>
                    <a:pt x="3086684" y="1803948"/>
                  </a:lnTo>
                  <a:lnTo>
                    <a:pt x="3079611" y="1806486"/>
                  </a:lnTo>
                  <a:lnTo>
                    <a:pt x="3072393" y="1808299"/>
                  </a:lnTo>
                  <a:lnTo>
                    <a:pt x="3065031" y="1809387"/>
                  </a:lnTo>
                  <a:lnTo>
                    <a:pt x="3057524" y="1809749"/>
                  </a:lnTo>
                  <a:close/>
                </a:path>
                <a:path w="3133725" h="1809750">
                  <a:moveTo>
                    <a:pt x="3094344" y="1800224"/>
                  </a:moveTo>
                  <a:lnTo>
                    <a:pt x="3061902" y="1800224"/>
                  </a:lnTo>
                  <a:lnTo>
                    <a:pt x="3066238" y="1799797"/>
                  </a:lnTo>
                  <a:lnTo>
                    <a:pt x="3074825" y="1798089"/>
                  </a:lnTo>
                  <a:lnTo>
                    <a:pt x="3107766" y="1777600"/>
                  </a:lnTo>
                  <a:lnTo>
                    <a:pt x="3123772" y="1742263"/>
                  </a:lnTo>
                  <a:lnTo>
                    <a:pt x="3124199" y="1737927"/>
                  </a:lnTo>
                  <a:lnTo>
                    <a:pt x="3124199" y="71821"/>
                  </a:lnTo>
                  <a:lnTo>
                    <a:pt x="3123891" y="68693"/>
                  </a:lnTo>
                  <a:lnTo>
                    <a:pt x="3123772" y="67486"/>
                  </a:lnTo>
                  <a:lnTo>
                    <a:pt x="3107766" y="32149"/>
                  </a:lnTo>
                  <a:lnTo>
                    <a:pt x="3074825" y="11660"/>
                  </a:lnTo>
                  <a:lnTo>
                    <a:pt x="3061902" y="9524"/>
                  </a:lnTo>
                  <a:lnTo>
                    <a:pt x="3094344" y="9524"/>
                  </a:lnTo>
                  <a:lnTo>
                    <a:pt x="3124716" y="40242"/>
                  </a:lnTo>
                  <a:lnTo>
                    <a:pt x="3133724" y="1733549"/>
                  </a:lnTo>
                  <a:lnTo>
                    <a:pt x="3133362" y="1741056"/>
                  </a:lnTo>
                  <a:lnTo>
                    <a:pt x="3116457" y="1781867"/>
                  </a:lnTo>
                  <a:lnTo>
                    <a:pt x="3099994" y="1796824"/>
                  </a:lnTo>
                  <a:lnTo>
                    <a:pt x="3094344" y="1800224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12"/>
          <p:cNvSpPr txBox="1"/>
          <p:nvPr/>
        </p:nvSpPr>
        <p:spPr>
          <a:xfrm>
            <a:off x="1299001" y="2882701"/>
            <a:ext cx="4785943" cy="38728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2400" b="1" spc="-75" dirty="0">
                <a:solidFill>
                  <a:srgbClr val="0066FF"/>
                </a:solidFill>
                <a:latin typeface="Arial"/>
                <a:cs typeface="Arial"/>
              </a:rPr>
              <a:t>Industrial Internship</a:t>
            </a:r>
            <a:r>
              <a:rPr sz="2400" b="1" spc="-70" dirty="0">
                <a:solidFill>
                  <a:srgbClr val="0066FF"/>
                </a:solidFill>
                <a:latin typeface="Arial"/>
                <a:cs typeface="Arial"/>
              </a:rPr>
              <a:t> </a:t>
            </a:r>
            <a:r>
              <a:rPr sz="2400" b="1" spc="-55" dirty="0">
                <a:solidFill>
                  <a:srgbClr val="0066FF"/>
                </a:solidFill>
                <a:latin typeface="Arial"/>
                <a:cs typeface="Arial"/>
              </a:rPr>
              <a:t>Details</a:t>
            </a:r>
            <a:r>
              <a:rPr lang="en-US" sz="2400" b="1" spc="-55" dirty="0">
                <a:solidFill>
                  <a:srgbClr val="0066FF"/>
                </a:solidFill>
                <a:latin typeface="Arial"/>
                <a:cs typeface="Arial"/>
              </a:rPr>
              <a:t>:-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3" name="object 13"/>
          <p:cNvSpPr txBox="1"/>
          <p:nvPr/>
        </p:nvSpPr>
        <p:spPr>
          <a:xfrm>
            <a:off x="1188435" y="3355731"/>
            <a:ext cx="4766279" cy="8919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800" spc="-10" dirty="0">
                <a:solidFill>
                  <a:schemeClr val="bg1"/>
                </a:solidFill>
                <a:latin typeface="Georgia"/>
                <a:cs typeface="Microsoft Sans Serif"/>
              </a:rPr>
              <a:t>Prem Singh        -2315300018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800" spc="-10" dirty="0">
                <a:solidFill>
                  <a:schemeClr val="bg1"/>
                </a:solidFill>
                <a:latin typeface="Georgia"/>
                <a:cs typeface="Microsoft Sans Serif"/>
              </a:rPr>
              <a:t>Dushyant Nagal-2315300005</a:t>
            </a:r>
          </a:p>
        </p:txBody>
      </p:sp>
      <p:sp>
        <p:nvSpPr>
          <p:cNvPr id="44" name="object 14"/>
          <p:cNvSpPr txBox="1"/>
          <p:nvPr/>
        </p:nvSpPr>
        <p:spPr>
          <a:xfrm>
            <a:off x="1227313" y="4335202"/>
            <a:ext cx="4766278" cy="6328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10" dirty="0">
                <a:solidFill>
                  <a:srgbClr val="2DD4BE"/>
                </a:solidFill>
                <a:latin typeface="Microsoft Sans Serif"/>
                <a:cs typeface="Microsoft Sans Serif"/>
              </a:rPr>
              <a:t>Platform</a:t>
            </a:r>
            <a:r>
              <a:rPr sz="2000" spc="-10" dirty="0">
                <a:solidFill>
                  <a:srgbClr val="2DD4BE"/>
                </a:solidFill>
                <a:latin typeface="Georgia"/>
                <a:cs typeface="Georgia"/>
              </a:rPr>
              <a:t>:</a:t>
            </a:r>
            <a:r>
              <a:rPr lang="en-US" sz="2000" spc="-10" dirty="0">
                <a:solidFill>
                  <a:srgbClr val="2DD4BE"/>
                </a:solidFill>
                <a:latin typeface="Georgia"/>
                <a:cs typeface="Georgia"/>
              </a:rPr>
              <a:t>- Gurugram  Cyber Cell Summer On-Site Internship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17" name="object 20">
            <a:extLst>
              <a:ext uri="{FF2B5EF4-FFF2-40B4-BE49-F238E27FC236}">
                <a16:creationId xmlns:a16="http://schemas.microsoft.com/office/drawing/2014/main" id="{9EE274B1-5938-D484-D1E5-E6214D5F508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18358" y="6140319"/>
            <a:ext cx="609599" cy="38099"/>
          </a:xfrm>
          <a:prstGeom prst="rect">
            <a:avLst/>
          </a:prstGeom>
        </p:spPr>
      </p:pic>
      <p:pic>
        <p:nvPicPr>
          <p:cNvPr id="18" name="object 21">
            <a:extLst>
              <a:ext uri="{FF2B5EF4-FFF2-40B4-BE49-F238E27FC236}">
                <a16:creationId xmlns:a16="http://schemas.microsoft.com/office/drawing/2014/main" id="{27B0B68C-B44C-87EA-F196-5207E99FF92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80358" y="6083168"/>
            <a:ext cx="152400" cy="152399"/>
          </a:xfrm>
          <a:prstGeom prst="rect">
            <a:avLst/>
          </a:prstGeom>
        </p:spPr>
      </p:pic>
      <p:pic>
        <p:nvPicPr>
          <p:cNvPr id="19" name="object 22">
            <a:extLst>
              <a:ext uri="{FF2B5EF4-FFF2-40B4-BE49-F238E27FC236}">
                <a16:creationId xmlns:a16="http://schemas.microsoft.com/office/drawing/2014/main" id="{A159FF68-4E20-A7C5-EDE5-E24BE875860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85158" y="6140319"/>
            <a:ext cx="609599" cy="38099"/>
          </a:xfrm>
          <a:prstGeom prst="rect">
            <a:avLst/>
          </a:prstGeom>
        </p:spPr>
      </p:pic>
      <p:sp>
        <p:nvSpPr>
          <p:cNvPr id="2" name="object 8">
            <a:extLst>
              <a:ext uri="{FF2B5EF4-FFF2-40B4-BE49-F238E27FC236}">
                <a16:creationId xmlns:a16="http://schemas.microsoft.com/office/drawing/2014/main" id="{421F55BE-5457-DE0E-FBBB-FCBDB02987C5}"/>
              </a:ext>
            </a:extLst>
          </p:cNvPr>
          <p:cNvSpPr txBox="1">
            <a:spLocks/>
          </p:cNvSpPr>
          <p:nvPr/>
        </p:nvSpPr>
        <p:spPr>
          <a:xfrm>
            <a:off x="2666785" y="1639822"/>
            <a:ext cx="7966389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600" dirty="0">
                <a:solidFill>
                  <a:srgbClr val="FFFF00"/>
                </a:solidFill>
              </a:rPr>
              <a:t>Our Journey as a Cyber Warrior</a:t>
            </a:r>
            <a:endParaRPr lang="en-IN" sz="3600" dirty="0">
              <a:solidFill>
                <a:srgbClr val="FFFF00"/>
              </a:solidFill>
            </a:endParaRPr>
          </a:p>
        </p:txBody>
      </p:sp>
      <p:grpSp>
        <p:nvGrpSpPr>
          <p:cNvPr id="73" name="object 22"/>
          <p:cNvGrpSpPr/>
          <p:nvPr/>
        </p:nvGrpSpPr>
        <p:grpSpPr>
          <a:xfrm>
            <a:off x="3961083" y="5374874"/>
            <a:ext cx="4343350" cy="349250"/>
            <a:chOff x="3971032" y="4937124"/>
            <a:chExt cx="4343350" cy="349250"/>
          </a:xfrm>
        </p:grpSpPr>
        <p:pic>
          <p:nvPicPr>
            <p:cNvPr id="74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71032" y="4937124"/>
              <a:ext cx="323850" cy="349250"/>
            </a:xfrm>
            <a:prstGeom prst="rect">
              <a:avLst/>
            </a:prstGeom>
          </p:spPr>
        </p:pic>
        <p:pic>
          <p:nvPicPr>
            <p:cNvPr id="75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9069" y="4937124"/>
              <a:ext cx="428625" cy="346075"/>
            </a:xfrm>
            <a:prstGeom prst="rect">
              <a:avLst/>
            </a:prstGeom>
          </p:spPr>
        </p:pic>
        <p:pic>
          <p:nvPicPr>
            <p:cNvPr id="76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78946" y="4937124"/>
              <a:ext cx="428625" cy="346075"/>
            </a:xfrm>
            <a:prstGeom prst="rect">
              <a:avLst/>
            </a:prstGeom>
          </p:spPr>
        </p:pic>
        <p:pic>
          <p:nvPicPr>
            <p:cNvPr id="77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27032" y="4937124"/>
              <a:ext cx="387350" cy="346075"/>
            </a:xfrm>
            <a:prstGeom prst="rect">
              <a:avLst/>
            </a:prstGeom>
          </p:spPr>
        </p:pic>
      </p:grpSp>
      <p:sp>
        <p:nvSpPr>
          <p:cNvPr id="78" name="object 28"/>
          <p:cNvSpPr txBox="1"/>
          <p:nvPr/>
        </p:nvSpPr>
        <p:spPr>
          <a:xfrm>
            <a:off x="3638671" y="5800973"/>
            <a:ext cx="96901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Cyber</a:t>
            </a:r>
            <a:r>
              <a:rPr sz="115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Security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79" name="object 29"/>
          <p:cNvSpPr txBox="1"/>
          <p:nvPr/>
        </p:nvSpPr>
        <p:spPr>
          <a:xfrm>
            <a:off x="4886892" y="5800973"/>
            <a:ext cx="99314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Technical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Skills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80" name="object 30"/>
          <p:cNvSpPr txBox="1"/>
          <p:nvPr/>
        </p:nvSpPr>
        <p:spPr>
          <a:xfrm>
            <a:off x="6159522" y="5800973"/>
            <a:ext cx="124777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60" dirty="0">
                <a:solidFill>
                  <a:srgbClr val="9CA2AF"/>
                </a:solidFill>
                <a:latin typeface="Microsoft Sans Serif"/>
                <a:cs typeface="Microsoft Sans Serif"/>
              </a:rPr>
              <a:t>Team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 Collaboration</a:t>
            </a:r>
            <a:endParaRPr sz="1150" dirty="0">
              <a:latin typeface="Microsoft Sans Serif"/>
              <a:cs typeface="Microsoft Sans Serif"/>
            </a:endParaRPr>
          </a:p>
        </p:txBody>
      </p:sp>
      <p:sp>
        <p:nvSpPr>
          <p:cNvPr id="81" name="object 31"/>
          <p:cNvSpPr txBox="1"/>
          <p:nvPr/>
        </p:nvSpPr>
        <p:spPr>
          <a:xfrm>
            <a:off x="7686499" y="5800973"/>
            <a:ext cx="84709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Achievement</a:t>
            </a:r>
            <a:endParaRPr sz="1150" dirty="0">
              <a:latin typeface="Microsoft Sans Serif"/>
              <a:cs typeface="Microsoft Sans Serif"/>
            </a:endParaRPr>
          </a:p>
        </p:txBody>
      </p:sp>
      <p:pic>
        <p:nvPicPr>
          <p:cNvPr id="6" name="Picture 5" descr="A logo of a police officer&#10;&#10;AI-generated content may be incorrect.">
            <a:extLst>
              <a:ext uri="{FF2B5EF4-FFF2-40B4-BE49-F238E27FC236}">
                <a16:creationId xmlns:a16="http://schemas.microsoft.com/office/drawing/2014/main" id="{2C6D67A4-67EC-34FF-84A9-0039BD070A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712" y="543892"/>
            <a:ext cx="1901843" cy="204638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706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A2080-16D5-8D28-7013-7BD214BE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26DCF6-6811-CE1D-73B3-3DF2E8A4F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0EDCEF-5FA7-CB1B-C342-CAE73F417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7FDB39-84F2-1439-4E6F-A5F82DD12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5A79E2-2ED7-007D-BCF6-BC7CB326B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8AFD91CA-480E-500A-05CD-1DB37C7982DF}"/>
              </a:ext>
            </a:extLst>
          </p:cNvPr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457200" y="452084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64D986AE-3A59-370C-F8D6-4BCA2535CA9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36" name="object 4">
            <a:extLst>
              <a:ext uri="{FF2B5EF4-FFF2-40B4-BE49-F238E27FC236}">
                <a16:creationId xmlns:a16="http://schemas.microsoft.com/office/drawing/2014/main" id="{98837B53-7004-00ED-A58D-DEE8D0797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05782" y="161376"/>
            <a:ext cx="4570282" cy="540667"/>
          </a:xfrm>
          <a:prstGeom prst="rect">
            <a:avLst/>
          </a:prstGeom>
        </p:spPr>
      </p:pic>
      <p:sp>
        <p:nvSpPr>
          <p:cNvPr id="37" name="object 8">
            <a:extLst>
              <a:ext uri="{FF2B5EF4-FFF2-40B4-BE49-F238E27FC236}">
                <a16:creationId xmlns:a16="http://schemas.microsoft.com/office/drawing/2014/main" id="{029237BE-DD41-6CA5-C09A-405259FA41D5}"/>
              </a:ext>
            </a:extLst>
          </p:cNvPr>
          <p:cNvSpPr txBox="1">
            <a:spLocks/>
          </p:cNvSpPr>
          <p:nvPr/>
        </p:nvSpPr>
        <p:spPr>
          <a:xfrm>
            <a:off x="1811742" y="160520"/>
            <a:ext cx="4890407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 dirty="0">
                <a:solidFill>
                  <a:srgbClr val="FFFF00"/>
                </a:solidFill>
              </a:rPr>
              <a:t>About GPCSSI 2025:-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24BD1B9B-AB25-2A22-D9C7-0D6F7A1AE277}"/>
              </a:ext>
            </a:extLst>
          </p:cNvPr>
          <p:cNvSpPr/>
          <p:nvPr/>
        </p:nvSpPr>
        <p:spPr>
          <a:xfrm>
            <a:off x="10954703" y="562081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0" y="91096"/>
                </a:moveTo>
                <a:lnTo>
                  <a:pt x="428575" y="0"/>
                </a:lnTo>
                <a:lnTo>
                  <a:pt x="519671" y="428575"/>
                </a:lnTo>
                <a:lnTo>
                  <a:pt x="91096" y="519671"/>
                </a:lnTo>
                <a:lnTo>
                  <a:pt x="0" y="91096"/>
                </a:lnTo>
                <a:close/>
              </a:path>
            </a:pathLst>
          </a:custGeom>
          <a:ln w="19049">
            <a:solidFill>
              <a:srgbClr val="A754F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00799" y="2999263"/>
            <a:ext cx="5181599" cy="3238499"/>
          </a:xfrm>
          <a:prstGeom prst="rect">
            <a:avLst/>
          </a:prstGeom>
        </p:spPr>
      </p:pic>
      <p:sp>
        <p:nvSpPr>
          <p:cNvPr id="20" name="object 12"/>
          <p:cNvSpPr/>
          <p:nvPr/>
        </p:nvSpPr>
        <p:spPr>
          <a:xfrm>
            <a:off x="6808922" y="4632498"/>
            <a:ext cx="2209800" cy="838200"/>
          </a:xfrm>
          <a:custGeom>
            <a:avLst/>
            <a:gdLst/>
            <a:ahLst/>
            <a:cxnLst/>
            <a:rect l="l" t="t" r="r" b="b"/>
            <a:pathLst>
              <a:path w="2209800" h="838200">
                <a:moveTo>
                  <a:pt x="2138603" y="838199"/>
                </a:moveTo>
                <a:lnTo>
                  <a:pt x="71196" y="838199"/>
                </a:lnTo>
                <a:lnTo>
                  <a:pt x="66241" y="837711"/>
                </a:lnTo>
                <a:lnTo>
                  <a:pt x="29705" y="822577"/>
                </a:lnTo>
                <a:lnTo>
                  <a:pt x="3885" y="786537"/>
                </a:lnTo>
                <a:lnTo>
                  <a:pt x="0" y="767003"/>
                </a:lnTo>
                <a:lnTo>
                  <a:pt x="0" y="7619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138603" y="0"/>
                </a:lnTo>
                <a:lnTo>
                  <a:pt x="2180094" y="15621"/>
                </a:lnTo>
                <a:lnTo>
                  <a:pt x="2205914" y="51661"/>
                </a:lnTo>
                <a:lnTo>
                  <a:pt x="2209800" y="71196"/>
                </a:lnTo>
                <a:lnTo>
                  <a:pt x="2209800" y="767003"/>
                </a:lnTo>
                <a:lnTo>
                  <a:pt x="2194177" y="808494"/>
                </a:lnTo>
                <a:lnTo>
                  <a:pt x="2158137" y="834314"/>
                </a:lnTo>
                <a:lnTo>
                  <a:pt x="2143558" y="837711"/>
                </a:lnTo>
                <a:lnTo>
                  <a:pt x="2138603" y="838199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3"/>
          <p:cNvSpPr txBox="1"/>
          <p:nvPr/>
        </p:nvSpPr>
        <p:spPr>
          <a:xfrm>
            <a:off x="7319949" y="4734698"/>
            <a:ext cx="1188085" cy="5784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2450" b="1" spc="-10" dirty="0">
                <a:solidFill>
                  <a:srgbClr val="FFFFFF"/>
                </a:solidFill>
                <a:latin typeface="Arial"/>
                <a:cs typeface="Arial"/>
              </a:rPr>
              <a:t>12,000+</a:t>
            </a:r>
            <a:endParaRPr sz="2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15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Applicants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2" name="object 14"/>
          <p:cNvSpPr/>
          <p:nvPr/>
        </p:nvSpPr>
        <p:spPr>
          <a:xfrm>
            <a:off x="9171121" y="4632498"/>
            <a:ext cx="2209800" cy="838200"/>
          </a:xfrm>
          <a:custGeom>
            <a:avLst/>
            <a:gdLst/>
            <a:ahLst/>
            <a:cxnLst/>
            <a:rect l="l" t="t" r="r" b="b"/>
            <a:pathLst>
              <a:path w="2209800" h="838200">
                <a:moveTo>
                  <a:pt x="2138603" y="838199"/>
                </a:moveTo>
                <a:lnTo>
                  <a:pt x="71196" y="838199"/>
                </a:lnTo>
                <a:lnTo>
                  <a:pt x="66241" y="837711"/>
                </a:lnTo>
                <a:lnTo>
                  <a:pt x="29705" y="822577"/>
                </a:lnTo>
                <a:lnTo>
                  <a:pt x="3886" y="786537"/>
                </a:lnTo>
                <a:lnTo>
                  <a:pt x="0" y="767003"/>
                </a:lnTo>
                <a:lnTo>
                  <a:pt x="0" y="7619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138603" y="0"/>
                </a:lnTo>
                <a:lnTo>
                  <a:pt x="2180092" y="15621"/>
                </a:lnTo>
                <a:lnTo>
                  <a:pt x="2205912" y="51661"/>
                </a:lnTo>
                <a:lnTo>
                  <a:pt x="2209800" y="71196"/>
                </a:lnTo>
                <a:lnTo>
                  <a:pt x="2209800" y="767003"/>
                </a:lnTo>
                <a:lnTo>
                  <a:pt x="2194176" y="808494"/>
                </a:lnTo>
                <a:lnTo>
                  <a:pt x="2158137" y="834314"/>
                </a:lnTo>
                <a:lnTo>
                  <a:pt x="2143557" y="837711"/>
                </a:lnTo>
                <a:lnTo>
                  <a:pt x="2138603" y="838199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5"/>
          <p:cNvSpPr txBox="1"/>
          <p:nvPr/>
        </p:nvSpPr>
        <p:spPr>
          <a:xfrm>
            <a:off x="9912535" y="4734698"/>
            <a:ext cx="727075" cy="5784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2450" b="1" spc="-90" dirty="0">
                <a:solidFill>
                  <a:srgbClr val="FFFFFF"/>
                </a:solidFill>
                <a:latin typeface="Arial"/>
                <a:cs typeface="Arial"/>
              </a:rPr>
              <a:t>1,100</a:t>
            </a:r>
            <a:endParaRPr sz="24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15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Selected</a:t>
            </a:r>
            <a:endParaRPr sz="1150" dirty="0">
              <a:latin typeface="Microsoft Sans Serif"/>
              <a:cs typeface="Microsoft Sans Serif"/>
            </a:endParaRPr>
          </a:p>
        </p:txBody>
      </p:sp>
      <p:sp>
        <p:nvSpPr>
          <p:cNvPr id="24" name="object 16"/>
          <p:cNvSpPr/>
          <p:nvPr/>
        </p:nvSpPr>
        <p:spPr>
          <a:xfrm>
            <a:off x="6841159" y="5501550"/>
            <a:ext cx="2209800" cy="647700"/>
          </a:xfrm>
          <a:custGeom>
            <a:avLst/>
            <a:gdLst/>
            <a:ahLst/>
            <a:cxnLst/>
            <a:rect l="l" t="t" r="r" b="b"/>
            <a:pathLst>
              <a:path w="2209800" h="647700">
                <a:moveTo>
                  <a:pt x="2138603" y="647699"/>
                </a:moveTo>
                <a:lnTo>
                  <a:pt x="71196" y="647699"/>
                </a:lnTo>
                <a:lnTo>
                  <a:pt x="66241" y="647211"/>
                </a:lnTo>
                <a:lnTo>
                  <a:pt x="29705" y="632077"/>
                </a:lnTo>
                <a:lnTo>
                  <a:pt x="3885" y="596037"/>
                </a:lnTo>
                <a:lnTo>
                  <a:pt x="0" y="576503"/>
                </a:lnTo>
                <a:lnTo>
                  <a:pt x="0" y="5714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138603" y="0"/>
                </a:lnTo>
                <a:lnTo>
                  <a:pt x="2180094" y="15621"/>
                </a:lnTo>
                <a:lnTo>
                  <a:pt x="2205914" y="51661"/>
                </a:lnTo>
                <a:lnTo>
                  <a:pt x="2209800" y="71196"/>
                </a:lnTo>
                <a:lnTo>
                  <a:pt x="2209800" y="576503"/>
                </a:lnTo>
                <a:lnTo>
                  <a:pt x="2194177" y="617993"/>
                </a:lnTo>
                <a:lnTo>
                  <a:pt x="2158137" y="643813"/>
                </a:lnTo>
                <a:lnTo>
                  <a:pt x="2143558" y="647211"/>
                </a:lnTo>
                <a:lnTo>
                  <a:pt x="2138603" y="647699"/>
                </a:lnTo>
                <a:close/>
              </a:path>
            </a:pathLst>
          </a:custGeom>
          <a:solidFill>
            <a:srgbClr val="13B8A6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7"/>
          <p:cNvSpPr txBox="1"/>
          <p:nvPr/>
        </p:nvSpPr>
        <p:spPr>
          <a:xfrm>
            <a:off x="7703569" y="5574656"/>
            <a:ext cx="485140" cy="46037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250"/>
              </a:spcBef>
            </a:pPr>
            <a:r>
              <a:rPr sz="1650" b="1" spc="-25" dirty="0">
                <a:solidFill>
                  <a:srgbClr val="FFFFFF"/>
                </a:solidFill>
                <a:latin typeface="Arial"/>
                <a:cs typeface="Arial"/>
              </a:rPr>
              <a:t>550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E4E7EB"/>
                </a:solidFill>
                <a:latin typeface="Microsoft Sans Serif"/>
                <a:cs typeface="Microsoft Sans Serif"/>
              </a:rPr>
              <a:t>Warriors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6" name="object 18"/>
          <p:cNvSpPr/>
          <p:nvPr/>
        </p:nvSpPr>
        <p:spPr>
          <a:xfrm>
            <a:off x="9203358" y="5501550"/>
            <a:ext cx="2209800" cy="647700"/>
          </a:xfrm>
          <a:custGeom>
            <a:avLst/>
            <a:gdLst/>
            <a:ahLst/>
            <a:cxnLst/>
            <a:rect l="l" t="t" r="r" b="b"/>
            <a:pathLst>
              <a:path w="2209800" h="647700">
                <a:moveTo>
                  <a:pt x="2138603" y="647699"/>
                </a:moveTo>
                <a:lnTo>
                  <a:pt x="71196" y="647699"/>
                </a:lnTo>
                <a:lnTo>
                  <a:pt x="66241" y="647211"/>
                </a:lnTo>
                <a:lnTo>
                  <a:pt x="29705" y="632077"/>
                </a:lnTo>
                <a:lnTo>
                  <a:pt x="3886" y="596037"/>
                </a:lnTo>
                <a:lnTo>
                  <a:pt x="0" y="576503"/>
                </a:lnTo>
                <a:lnTo>
                  <a:pt x="0" y="5714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138603" y="0"/>
                </a:lnTo>
                <a:lnTo>
                  <a:pt x="2180092" y="15621"/>
                </a:lnTo>
                <a:lnTo>
                  <a:pt x="2205912" y="51661"/>
                </a:lnTo>
                <a:lnTo>
                  <a:pt x="2209800" y="71196"/>
                </a:lnTo>
                <a:lnTo>
                  <a:pt x="2209800" y="576503"/>
                </a:lnTo>
                <a:lnTo>
                  <a:pt x="2194176" y="617993"/>
                </a:lnTo>
                <a:lnTo>
                  <a:pt x="2158137" y="643813"/>
                </a:lnTo>
                <a:lnTo>
                  <a:pt x="2143557" y="647211"/>
                </a:lnTo>
                <a:lnTo>
                  <a:pt x="2138603" y="647699"/>
                </a:lnTo>
                <a:close/>
              </a:path>
            </a:pathLst>
          </a:custGeom>
          <a:solidFill>
            <a:srgbClr val="A754F6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9"/>
          <p:cNvSpPr txBox="1"/>
          <p:nvPr/>
        </p:nvSpPr>
        <p:spPr>
          <a:xfrm>
            <a:off x="9924977" y="5574656"/>
            <a:ext cx="766445" cy="46037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650" b="1" spc="-25" dirty="0">
                <a:solidFill>
                  <a:srgbClr val="FFFFFF"/>
                </a:solidFill>
                <a:latin typeface="Arial"/>
                <a:cs typeface="Arial"/>
              </a:rPr>
              <a:t>550</a:t>
            </a:r>
            <a:endParaRPr sz="1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Ambassadors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28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80610" y="3730798"/>
            <a:ext cx="428625" cy="346075"/>
          </a:xfrm>
          <a:prstGeom prst="rect">
            <a:avLst/>
          </a:prstGeom>
        </p:spPr>
      </p:pic>
      <p:sp>
        <p:nvSpPr>
          <p:cNvPr id="29" name="object 11"/>
          <p:cNvSpPr txBox="1">
            <a:spLocks/>
          </p:cNvSpPr>
          <p:nvPr/>
        </p:nvSpPr>
        <p:spPr>
          <a:xfrm>
            <a:off x="1226638" y="3783702"/>
            <a:ext cx="9551034" cy="681062"/>
          </a:xfrm>
          <a:prstGeom prst="rect">
            <a:avLst/>
          </a:prstGeom>
        </p:spPr>
        <p:txBody>
          <a:bodyPr vert="horz" wrap="square" lIns="0" tIns="30871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395720">
              <a:lnSpc>
                <a:spcPct val="100000"/>
              </a:lnSpc>
              <a:spcBef>
                <a:spcPts val="135"/>
              </a:spcBef>
            </a:pPr>
            <a:r>
              <a:rPr lang="en-IN" sz="2400" spc="-85" dirty="0"/>
              <a:t>Selection</a:t>
            </a:r>
            <a:r>
              <a:rPr lang="en-IN" sz="2400" spc="-60" dirty="0"/>
              <a:t> Statistics</a:t>
            </a:r>
          </a:p>
        </p:txBody>
      </p:sp>
      <p:grpSp>
        <p:nvGrpSpPr>
          <p:cNvPr id="30" name="object 20"/>
          <p:cNvGrpSpPr/>
          <p:nvPr/>
        </p:nvGrpSpPr>
        <p:grpSpPr>
          <a:xfrm>
            <a:off x="882969" y="1668305"/>
            <a:ext cx="5181600" cy="2076450"/>
            <a:chOff x="609599" y="2581275"/>
            <a:chExt cx="5181600" cy="2076450"/>
          </a:xfrm>
        </p:grpSpPr>
        <p:sp>
          <p:nvSpPr>
            <p:cNvPr id="31" name="object 21"/>
            <p:cNvSpPr/>
            <p:nvPr/>
          </p:nvSpPr>
          <p:spPr>
            <a:xfrm>
              <a:off x="609599" y="2581275"/>
              <a:ext cx="5181600" cy="2076450"/>
            </a:xfrm>
            <a:custGeom>
              <a:avLst/>
              <a:gdLst/>
              <a:ahLst/>
              <a:cxnLst/>
              <a:rect l="l" t="t" r="r" b="b"/>
              <a:pathLst>
                <a:path w="5181600" h="2076450">
                  <a:moveTo>
                    <a:pt x="5105399" y="2076449"/>
                  </a:moveTo>
                  <a:lnTo>
                    <a:pt x="76199" y="2076449"/>
                  </a:lnTo>
                  <a:lnTo>
                    <a:pt x="68693" y="2076087"/>
                  </a:lnTo>
                  <a:lnTo>
                    <a:pt x="27882" y="2059182"/>
                  </a:lnTo>
                  <a:lnTo>
                    <a:pt x="3262" y="2022336"/>
                  </a:lnTo>
                  <a:lnTo>
                    <a:pt x="0" y="20002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7741" y="12830"/>
                  </a:lnTo>
                  <a:lnTo>
                    <a:pt x="5175798" y="47039"/>
                  </a:lnTo>
                  <a:lnTo>
                    <a:pt x="5181599" y="76199"/>
                  </a:lnTo>
                  <a:lnTo>
                    <a:pt x="5181599" y="2000249"/>
                  </a:lnTo>
                  <a:lnTo>
                    <a:pt x="5168769" y="2042591"/>
                  </a:lnTo>
                  <a:lnTo>
                    <a:pt x="5134559" y="2070649"/>
                  </a:lnTo>
                  <a:lnTo>
                    <a:pt x="5105399" y="20764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2"/>
            <p:cNvSpPr/>
            <p:nvPr/>
          </p:nvSpPr>
          <p:spPr>
            <a:xfrm>
              <a:off x="609599" y="2581275"/>
              <a:ext cx="5181600" cy="2076450"/>
            </a:xfrm>
            <a:custGeom>
              <a:avLst/>
              <a:gdLst/>
              <a:ahLst/>
              <a:cxnLst/>
              <a:rect l="l" t="t" r="r" b="b"/>
              <a:pathLst>
                <a:path w="5181600" h="2076450">
                  <a:moveTo>
                    <a:pt x="5105399" y="2076449"/>
                  </a:moveTo>
                  <a:lnTo>
                    <a:pt x="76199" y="2076449"/>
                  </a:lnTo>
                  <a:lnTo>
                    <a:pt x="68693" y="2076087"/>
                  </a:lnTo>
                  <a:lnTo>
                    <a:pt x="27882" y="2059182"/>
                  </a:lnTo>
                  <a:lnTo>
                    <a:pt x="3262" y="2022336"/>
                  </a:lnTo>
                  <a:lnTo>
                    <a:pt x="0" y="20002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2220" y="9524"/>
                  </a:lnTo>
                  <a:lnTo>
                    <a:pt x="71822" y="9524"/>
                  </a:lnTo>
                  <a:lnTo>
                    <a:pt x="67486" y="9952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2004627"/>
                  </a:lnTo>
                  <a:lnTo>
                    <a:pt x="9833" y="2007756"/>
                  </a:lnTo>
                  <a:lnTo>
                    <a:pt x="9952" y="2008963"/>
                  </a:lnTo>
                  <a:lnTo>
                    <a:pt x="25957" y="2044300"/>
                  </a:lnTo>
                  <a:lnTo>
                    <a:pt x="58898" y="2064789"/>
                  </a:lnTo>
                  <a:lnTo>
                    <a:pt x="71822" y="2066924"/>
                  </a:lnTo>
                  <a:lnTo>
                    <a:pt x="5142220" y="2066924"/>
                  </a:lnTo>
                  <a:lnTo>
                    <a:pt x="5141356" y="2067441"/>
                  </a:lnTo>
                  <a:lnTo>
                    <a:pt x="5134559" y="2070649"/>
                  </a:lnTo>
                  <a:lnTo>
                    <a:pt x="5127486" y="2073186"/>
                  </a:lnTo>
                  <a:lnTo>
                    <a:pt x="5120268" y="2074999"/>
                  </a:lnTo>
                  <a:lnTo>
                    <a:pt x="5112906" y="2076087"/>
                  </a:lnTo>
                  <a:lnTo>
                    <a:pt x="5105399" y="2076449"/>
                  </a:lnTo>
                  <a:close/>
                </a:path>
                <a:path w="5181600" h="2076450">
                  <a:moveTo>
                    <a:pt x="5142220" y="2066924"/>
                  </a:moveTo>
                  <a:lnTo>
                    <a:pt x="5109777" y="2066924"/>
                  </a:lnTo>
                  <a:lnTo>
                    <a:pt x="5114112" y="2066497"/>
                  </a:lnTo>
                  <a:lnTo>
                    <a:pt x="5122700" y="2064789"/>
                  </a:lnTo>
                  <a:lnTo>
                    <a:pt x="5155641" y="2044300"/>
                  </a:lnTo>
                  <a:lnTo>
                    <a:pt x="5171647" y="2008963"/>
                  </a:lnTo>
                  <a:lnTo>
                    <a:pt x="5172074" y="2004627"/>
                  </a:lnTo>
                  <a:lnTo>
                    <a:pt x="5172074" y="71821"/>
                  </a:lnTo>
                  <a:lnTo>
                    <a:pt x="5171766" y="68693"/>
                  </a:lnTo>
                  <a:lnTo>
                    <a:pt x="5171647" y="67486"/>
                  </a:lnTo>
                  <a:lnTo>
                    <a:pt x="5155641" y="32149"/>
                  </a:lnTo>
                  <a:lnTo>
                    <a:pt x="5122700" y="11660"/>
                  </a:lnTo>
                  <a:lnTo>
                    <a:pt x="5109777" y="9524"/>
                  </a:lnTo>
                  <a:lnTo>
                    <a:pt x="5142220" y="9524"/>
                  </a:lnTo>
                  <a:lnTo>
                    <a:pt x="5172591" y="40243"/>
                  </a:lnTo>
                  <a:lnTo>
                    <a:pt x="5181599" y="2000249"/>
                  </a:lnTo>
                  <a:lnTo>
                    <a:pt x="5181237" y="2007756"/>
                  </a:lnTo>
                  <a:lnTo>
                    <a:pt x="5164332" y="2048567"/>
                  </a:lnTo>
                  <a:lnTo>
                    <a:pt x="5147869" y="2063524"/>
                  </a:lnTo>
                  <a:lnTo>
                    <a:pt x="5142220" y="20669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4074" y="2857499"/>
              <a:ext cx="215900" cy="231775"/>
            </a:xfrm>
            <a:prstGeom prst="rect">
              <a:avLst/>
            </a:prstGeom>
          </p:spPr>
        </p:pic>
      </p:grpSp>
      <p:sp>
        <p:nvSpPr>
          <p:cNvPr id="34" name="object 24"/>
          <p:cNvSpPr txBox="1"/>
          <p:nvPr/>
        </p:nvSpPr>
        <p:spPr>
          <a:xfrm>
            <a:off x="1451294" y="1898204"/>
            <a:ext cx="1490345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b="1" spc="-100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r>
              <a:rPr sz="1650" b="1" spc="-50" dirty="0">
                <a:solidFill>
                  <a:srgbClr val="FFFFFF"/>
                </a:solidFill>
                <a:latin typeface="Arial"/>
                <a:cs typeface="Arial"/>
              </a:rPr>
              <a:t> Details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3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1095" y="2401730"/>
            <a:ext cx="114300" cy="152400"/>
          </a:xfrm>
          <a:prstGeom prst="rect">
            <a:avLst/>
          </a:prstGeom>
        </p:spPr>
      </p:pic>
      <p:sp>
        <p:nvSpPr>
          <p:cNvPr id="38" name="object 26"/>
          <p:cNvSpPr txBox="1"/>
          <p:nvPr/>
        </p:nvSpPr>
        <p:spPr>
          <a:xfrm>
            <a:off x="1108395" y="2327740"/>
            <a:ext cx="4191000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0500">
              <a:lnSpc>
                <a:spcPct val="115399"/>
              </a:lnSpc>
              <a:spcBef>
                <a:spcPts val="90"/>
              </a:spcBef>
            </a:pP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Organized</a:t>
            </a:r>
            <a:r>
              <a:rPr sz="13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by</a:t>
            </a:r>
            <a:r>
              <a:rPr sz="13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Gurugram</a:t>
            </a:r>
            <a:r>
              <a:rPr sz="13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Police</a:t>
            </a:r>
            <a:r>
              <a:rPr sz="13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Cyber</a:t>
            </a:r>
            <a:r>
              <a:rPr sz="13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Cell</a:t>
            </a:r>
            <a:r>
              <a:rPr sz="13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0" dirty="0">
                <a:solidFill>
                  <a:srgbClr val="D0D5DA"/>
                </a:solidFill>
                <a:latin typeface="Microsoft Sans Serif"/>
                <a:cs typeface="Microsoft Sans Serif"/>
              </a:rPr>
              <a:t>&amp;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0" dirty="0">
                <a:solidFill>
                  <a:srgbClr val="D0D5DA"/>
                </a:solidFill>
                <a:latin typeface="Microsoft Sans Serif"/>
                <a:cs typeface="Microsoft Sans Serif"/>
              </a:rPr>
              <a:t>DAV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Public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School,</a:t>
            </a:r>
            <a:r>
              <a:rPr sz="1300" spc="-7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Sector</a:t>
            </a:r>
            <a:r>
              <a:rPr sz="13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49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39" name="object 27"/>
          <p:cNvGrpSpPr/>
          <p:nvPr/>
        </p:nvGrpSpPr>
        <p:grpSpPr>
          <a:xfrm>
            <a:off x="882969" y="2973229"/>
            <a:ext cx="5181600" cy="2505075"/>
            <a:chOff x="609599" y="3886199"/>
            <a:chExt cx="5181600" cy="2505075"/>
          </a:xfrm>
        </p:grpSpPr>
        <p:pic>
          <p:nvPicPr>
            <p:cNvPr id="40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7724" y="3886199"/>
              <a:ext cx="171450" cy="152400"/>
            </a:xfrm>
            <a:prstGeom prst="rect">
              <a:avLst/>
            </a:prstGeom>
          </p:spPr>
        </p:pic>
        <p:pic>
          <p:nvPicPr>
            <p:cNvPr id="41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7724" y="4229099"/>
              <a:ext cx="133350" cy="152400"/>
            </a:xfrm>
            <a:prstGeom prst="rect">
              <a:avLst/>
            </a:prstGeom>
          </p:spPr>
        </p:pic>
        <p:sp>
          <p:nvSpPr>
            <p:cNvPr id="42" name="object 30"/>
            <p:cNvSpPr/>
            <p:nvPr/>
          </p:nvSpPr>
          <p:spPr>
            <a:xfrm>
              <a:off x="609599" y="4962524"/>
              <a:ext cx="5181600" cy="1428750"/>
            </a:xfrm>
            <a:custGeom>
              <a:avLst/>
              <a:gdLst/>
              <a:ahLst/>
              <a:cxnLst/>
              <a:rect l="l" t="t" r="r" b="b"/>
              <a:pathLst>
                <a:path w="5181600" h="1428750">
                  <a:moveTo>
                    <a:pt x="5105399" y="1428749"/>
                  </a:moveTo>
                  <a:lnTo>
                    <a:pt x="76199" y="1428749"/>
                  </a:lnTo>
                  <a:lnTo>
                    <a:pt x="68693" y="1428387"/>
                  </a:lnTo>
                  <a:lnTo>
                    <a:pt x="27882" y="1411482"/>
                  </a:lnTo>
                  <a:lnTo>
                    <a:pt x="3262" y="1374636"/>
                  </a:lnTo>
                  <a:lnTo>
                    <a:pt x="0" y="13525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7741" y="12830"/>
                  </a:lnTo>
                  <a:lnTo>
                    <a:pt x="5175798" y="47039"/>
                  </a:lnTo>
                  <a:lnTo>
                    <a:pt x="5181599" y="76199"/>
                  </a:lnTo>
                  <a:lnTo>
                    <a:pt x="5181599" y="1352549"/>
                  </a:lnTo>
                  <a:lnTo>
                    <a:pt x="5168769" y="1394892"/>
                  </a:lnTo>
                  <a:lnTo>
                    <a:pt x="5134559" y="1422949"/>
                  </a:lnTo>
                  <a:lnTo>
                    <a:pt x="5105399" y="14287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31"/>
            <p:cNvSpPr/>
            <p:nvPr/>
          </p:nvSpPr>
          <p:spPr>
            <a:xfrm>
              <a:off x="609599" y="4962524"/>
              <a:ext cx="5181600" cy="1428750"/>
            </a:xfrm>
            <a:custGeom>
              <a:avLst/>
              <a:gdLst/>
              <a:ahLst/>
              <a:cxnLst/>
              <a:rect l="l" t="t" r="r" b="b"/>
              <a:pathLst>
                <a:path w="5181600" h="1428750">
                  <a:moveTo>
                    <a:pt x="5105399" y="1428749"/>
                  </a:moveTo>
                  <a:lnTo>
                    <a:pt x="76199" y="1428749"/>
                  </a:lnTo>
                  <a:lnTo>
                    <a:pt x="68693" y="1428387"/>
                  </a:lnTo>
                  <a:lnTo>
                    <a:pt x="27882" y="1411482"/>
                  </a:lnTo>
                  <a:lnTo>
                    <a:pt x="3262" y="1374636"/>
                  </a:lnTo>
                  <a:lnTo>
                    <a:pt x="0" y="13525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2219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7"/>
                  </a:lnTo>
                  <a:lnTo>
                    <a:pt x="9524" y="71821"/>
                  </a:lnTo>
                  <a:lnTo>
                    <a:pt x="9524" y="1356927"/>
                  </a:lnTo>
                  <a:lnTo>
                    <a:pt x="9833" y="1360056"/>
                  </a:lnTo>
                  <a:lnTo>
                    <a:pt x="9952" y="1361263"/>
                  </a:lnTo>
                  <a:lnTo>
                    <a:pt x="25957" y="1396599"/>
                  </a:lnTo>
                  <a:lnTo>
                    <a:pt x="58898" y="1417089"/>
                  </a:lnTo>
                  <a:lnTo>
                    <a:pt x="71822" y="1419224"/>
                  </a:lnTo>
                  <a:lnTo>
                    <a:pt x="5142220" y="1419224"/>
                  </a:lnTo>
                  <a:lnTo>
                    <a:pt x="5141356" y="1419741"/>
                  </a:lnTo>
                  <a:lnTo>
                    <a:pt x="5134559" y="1422949"/>
                  </a:lnTo>
                  <a:lnTo>
                    <a:pt x="5127486" y="1425487"/>
                  </a:lnTo>
                  <a:lnTo>
                    <a:pt x="5120268" y="1427299"/>
                  </a:lnTo>
                  <a:lnTo>
                    <a:pt x="5112906" y="1428387"/>
                  </a:lnTo>
                  <a:lnTo>
                    <a:pt x="5105399" y="1428749"/>
                  </a:lnTo>
                  <a:close/>
                </a:path>
                <a:path w="5181600" h="1428750">
                  <a:moveTo>
                    <a:pt x="5142220" y="1419224"/>
                  </a:moveTo>
                  <a:lnTo>
                    <a:pt x="5109777" y="1419224"/>
                  </a:lnTo>
                  <a:lnTo>
                    <a:pt x="5114112" y="1418797"/>
                  </a:lnTo>
                  <a:lnTo>
                    <a:pt x="5122700" y="1417089"/>
                  </a:lnTo>
                  <a:lnTo>
                    <a:pt x="5155641" y="1396599"/>
                  </a:lnTo>
                  <a:lnTo>
                    <a:pt x="5171647" y="1361263"/>
                  </a:lnTo>
                  <a:lnTo>
                    <a:pt x="5172074" y="1356927"/>
                  </a:lnTo>
                  <a:lnTo>
                    <a:pt x="5172074" y="71821"/>
                  </a:lnTo>
                  <a:lnTo>
                    <a:pt x="5158405" y="35516"/>
                  </a:lnTo>
                  <a:lnTo>
                    <a:pt x="5126558" y="12830"/>
                  </a:lnTo>
                  <a:lnTo>
                    <a:pt x="5109777" y="9524"/>
                  </a:lnTo>
                  <a:lnTo>
                    <a:pt x="5142219" y="9524"/>
                  </a:lnTo>
                  <a:lnTo>
                    <a:pt x="5172591" y="40243"/>
                  </a:lnTo>
                  <a:lnTo>
                    <a:pt x="5181599" y="1352549"/>
                  </a:lnTo>
                  <a:lnTo>
                    <a:pt x="5181237" y="1360056"/>
                  </a:lnTo>
                  <a:lnTo>
                    <a:pt x="5164332" y="1400867"/>
                  </a:lnTo>
                  <a:lnTo>
                    <a:pt x="5147870" y="1415824"/>
                  </a:lnTo>
                  <a:lnTo>
                    <a:pt x="5142220" y="14192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7724" y="5238749"/>
              <a:ext cx="228600" cy="228600"/>
            </a:xfrm>
            <a:prstGeom prst="rect">
              <a:avLst/>
            </a:prstGeom>
          </p:spPr>
        </p:pic>
      </p:grpSp>
      <p:sp>
        <p:nvSpPr>
          <p:cNvPr id="45" name="object 33"/>
          <p:cNvSpPr txBox="1"/>
          <p:nvPr/>
        </p:nvSpPr>
        <p:spPr>
          <a:xfrm>
            <a:off x="1356045" y="2924078"/>
            <a:ext cx="420497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12th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Edition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of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National</a:t>
            </a: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Cyber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Security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Summer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Internship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6" name="object 34"/>
          <p:cNvSpPr txBox="1"/>
          <p:nvPr/>
        </p:nvSpPr>
        <p:spPr>
          <a:xfrm>
            <a:off x="1317945" y="3266977"/>
            <a:ext cx="380301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Duration:</a:t>
            </a:r>
            <a:r>
              <a:rPr sz="1300" spc="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48</a:t>
            </a:r>
            <a:r>
              <a:rPr sz="1300" spc="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days</a:t>
            </a:r>
            <a:r>
              <a:rPr sz="1300" spc="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(on-site)</a:t>
            </a:r>
            <a:r>
              <a:rPr sz="1300" spc="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+</a:t>
            </a:r>
            <a:r>
              <a:rPr sz="1300" spc="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project</a:t>
            </a:r>
            <a:r>
              <a:rPr sz="1300" spc="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during</a:t>
            </a:r>
            <a:r>
              <a:rPr sz="1300" spc="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off-</a:t>
            </a: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days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7" name="object 35"/>
          <p:cNvSpPr txBox="1"/>
          <p:nvPr/>
        </p:nvSpPr>
        <p:spPr>
          <a:xfrm>
            <a:off x="1108395" y="4279454"/>
            <a:ext cx="4184015" cy="94106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140"/>
              </a:spcBef>
            </a:pPr>
            <a:r>
              <a:rPr sz="1650" b="1" spc="-10" dirty="0">
                <a:solidFill>
                  <a:srgbClr val="FFFFFF"/>
                </a:solidFill>
                <a:latin typeface="Arial"/>
                <a:cs typeface="Arial"/>
              </a:rPr>
              <a:t>Mission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280"/>
              </a:spcBef>
            </a:pP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Build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cyber-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aware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technically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skilled</a:t>
            </a: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youth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combat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evolving</a:t>
            </a:r>
            <a:r>
              <a:rPr sz="1300" spc="-1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cyber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 threats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3B2373-0851-B86A-1317-1BA2B205281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143" y="702043"/>
            <a:ext cx="3688648" cy="276648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74252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CC1FA-1FC7-8DE6-C172-D1526FB2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256EF2-9AF5-459A-5CF1-D7AD48B0F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9BF86A-38D9-3B57-047E-60EB2DC08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0DCA4E-5AA0-1D47-0225-82EAE29B8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3C9E05-B015-CDC2-849C-FBA4AE62F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B2162ACA-77AF-A5CF-05A1-E80A804DA7A9}"/>
              </a:ext>
            </a:extLst>
          </p:cNvPr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ED7D8592-6BC1-1077-C802-796D5CC670D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5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2622" y="282792"/>
            <a:ext cx="6189798" cy="548995"/>
          </a:xfrm>
          <a:prstGeom prst="rect">
            <a:avLst/>
          </a:prstGeom>
        </p:spPr>
      </p:pic>
      <p:sp>
        <p:nvSpPr>
          <p:cNvPr id="6" name="object 8">
            <a:extLst>
              <a:ext uri="{FF2B5EF4-FFF2-40B4-BE49-F238E27FC236}">
                <a16:creationId xmlns:a16="http://schemas.microsoft.com/office/drawing/2014/main" id="{EBC235F1-2A0F-EB62-521C-3F69F8A9C8F6}"/>
              </a:ext>
            </a:extLst>
          </p:cNvPr>
          <p:cNvSpPr txBox="1">
            <a:spLocks/>
          </p:cNvSpPr>
          <p:nvPr/>
        </p:nvSpPr>
        <p:spPr>
          <a:xfrm>
            <a:off x="1400422" y="283648"/>
            <a:ext cx="6809708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 dirty="0">
                <a:solidFill>
                  <a:srgbClr val="FFFF00"/>
                </a:solidFill>
              </a:rPr>
              <a:t>Internship Workflow Timeline:-</a:t>
            </a:r>
          </a:p>
        </p:txBody>
      </p:sp>
      <p:sp>
        <p:nvSpPr>
          <p:cNvPr id="3" name="object 5"/>
          <p:cNvSpPr txBox="1">
            <a:spLocks/>
          </p:cNvSpPr>
          <p:nvPr/>
        </p:nvSpPr>
        <p:spPr>
          <a:xfrm>
            <a:off x="7162076" y="1606444"/>
            <a:ext cx="4468054" cy="997068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60" dirty="0">
                <a:solidFill>
                  <a:srgbClr val="D0D5DA"/>
                </a:solidFill>
                <a:latin typeface="Microsoft Sans Serif"/>
                <a:cs typeface="Microsoft Sans Serif"/>
              </a:rPr>
              <a:t>48-</a:t>
            </a:r>
            <a:r>
              <a:rPr lang="en-US" sz="3200" b="1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Day</a:t>
            </a:r>
            <a:r>
              <a:rPr lang="en-US" sz="3200" b="1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lang="en-US" sz="3200" b="1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Journey</a:t>
            </a:r>
            <a:r>
              <a:rPr lang="en-US" sz="3200" b="1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lang="en-US" sz="3200"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at</a:t>
            </a:r>
            <a:r>
              <a:rPr lang="en-US" sz="3200" b="1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lang="en-US" sz="3200" b="1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Gurugram</a:t>
            </a:r>
            <a:r>
              <a:rPr lang="en-US" sz="3200" b="1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lang="en-US" sz="3200" b="1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Cyber</a:t>
            </a:r>
            <a:r>
              <a:rPr lang="en-US" sz="3200" b="1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lang="en-US" sz="3200" b="1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Cell</a:t>
            </a:r>
            <a:endParaRPr lang="en-US" sz="3200" b="1" dirty="0">
              <a:latin typeface="Microsoft Sans Serif"/>
              <a:cs typeface="Microsoft Sans Serif"/>
            </a:endParaRPr>
          </a:p>
        </p:txBody>
      </p:sp>
      <p:grpSp>
        <p:nvGrpSpPr>
          <p:cNvPr id="7" name="object 6"/>
          <p:cNvGrpSpPr/>
          <p:nvPr/>
        </p:nvGrpSpPr>
        <p:grpSpPr>
          <a:xfrm>
            <a:off x="762001" y="4381261"/>
            <a:ext cx="10972799" cy="1946461"/>
            <a:chOff x="609599" y="3362325"/>
            <a:chExt cx="10972799" cy="1946461"/>
          </a:xfrm>
        </p:grpSpPr>
        <p:pic>
          <p:nvPicPr>
            <p:cNvPr id="8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599" y="3362325"/>
              <a:ext cx="10972799" cy="38099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919286" y="4232461"/>
              <a:ext cx="8524875" cy="1076325"/>
            </a:xfrm>
            <a:custGeom>
              <a:avLst/>
              <a:gdLst/>
              <a:ahLst/>
              <a:cxnLst/>
              <a:rect l="l" t="t" r="r" b="b"/>
              <a:pathLst>
                <a:path w="8524875" h="1076325">
                  <a:moveTo>
                    <a:pt x="8458126" y="1076324"/>
                  </a:moveTo>
                  <a:lnTo>
                    <a:pt x="66746" y="1076324"/>
                  </a:lnTo>
                  <a:lnTo>
                    <a:pt x="62101" y="1075867"/>
                  </a:lnTo>
                  <a:lnTo>
                    <a:pt x="24240" y="1058718"/>
                  </a:lnTo>
                  <a:lnTo>
                    <a:pt x="2287" y="1023424"/>
                  </a:lnTo>
                  <a:lnTo>
                    <a:pt x="0" y="1009578"/>
                  </a:lnTo>
                  <a:lnTo>
                    <a:pt x="0" y="1004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8458126" y="0"/>
                  </a:lnTo>
                  <a:lnTo>
                    <a:pt x="8497024" y="14645"/>
                  </a:lnTo>
                  <a:lnTo>
                    <a:pt x="8521230" y="48433"/>
                  </a:lnTo>
                  <a:lnTo>
                    <a:pt x="8524874" y="66746"/>
                  </a:lnTo>
                  <a:lnTo>
                    <a:pt x="8524874" y="1009578"/>
                  </a:lnTo>
                  <a:lnTo>
                    <a:pt x="8510228" y="1048475"/>
                  </a:lnTo>
                  <a:lnTo>
                    <a:pt x="8476440" y="1072681"/>
                  </a:lnTo>
                  <a:lnTo>
                    <a:pt x="8462772" y="1075867"/>
                  </a:lnTo>
                  <a:lnTo>
                    <a:pt x="8458126" y="1076324"/>
                  </a:lnTo>
                  <a:close/>
                </a:path>
              </a:pathLst>
            </a:custGeom>
            <a:solidFill>
              <a:srgbClr val="00000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/>
          </p:nvSpPr>
          <p:spPr>
            <a:xfrm>
              <a:off x="1916974" y="4231605"/>
              <a:ext cx="8524875" cy="1076325"/>
            </a:xfrm>
            <a:custGeom>
              <a:avLst/>
              <a:gdLst/>
              <a:ahLst/>
              <a:cxnLst/>
              <a:rect l="l" t="t" r="r" b="b"/>
              <a:pathLst>
                <a:path w="8524875" h="1076325">
                  <a:moveTo>
                    <a:pt x="0" y="100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53436" y="0"/>
                  </a:lnTo>
                  <a:lnTo>
                    <a:pt x="8458126" y="0"/>
                  </a:lnTo>
                  <a:lnTo>
                    <a:pt x="8462772" y="457"/>
                  </a:lnTo>
                  <a:lnTo>
                    <a:pt x="8467372" y="1372"/>
                  </a:lnTo>
                  <a:lnTo>
                    <a:pt x="8471972" y="2287"/>
                  </a:lnTo>
                  <a:lnTo>
                    <a:pt x="8503949" y="20923"/>
                  </a:lnTo>
                  <a:lnTo>
                    <a:pt x="8507266" y="24240"/>
                  </a:lnTo>
                  <a:lnTo>
                    <a:pt x="8523501" y="57500"/>
                  </a:lnTo>
                  <a:lnTo>
                    <a:pt x="8524416" y="62101"/>
                  </a:lnTo>
                  <a:lnTo>
                    <a:pt x="8524874" y="66746"/>
                  </a:lnTo>
                  <a:lnTo>
                    <a:pt x="8524874" y="71437"/>
                  </a:lnTo>
                  <a:lnTo>
                    <a:pt x="8524874" y="1004887"/>
                  </a:lnTo>
                  <a:lnTo>
                    <a:pt x="8524874" y="1009578"/>
                  </a:lnTo>
                  <a:lnTo>
                    <a:pt x="8524416" y="1014223"/>
                  </a:lnTo>
                  <a:lnTo>
                    <a:pt x="8523501" y="1018824"/>
                  </a:lnTo>
                  <a:lnTo>
                    <a:pt x="8522585" y="1023424"/>
                  </a:lnTo>
                  <a:lnTo>
                    <a:pt x="8500633" y="1058718"/>
                  </a:lnTo>
                  <a:lnTo>
                    <a:pt x="8467372" y="1074952"/>
                  </a:lnTo>
                  <a:lnTo>
                    <a:pt x="8462772" y="1075867"/>
                  </a:lnTo>
                  <a:lnTo>
                    <a:pt x="8458126" y="1076324"/>
                  </a:lnTo>
                  <a:lnTo>
                    <a:pt x="8453436" y="1076324"/>
                  </a:lnTo>
                  <a:lnTo>
                    <a:pt x="71437" y="1076324"/>
                  </a:lnTo>
                  <a:lnTo>
                    <a:pt x="44099" y="1070886"/>
                  </a:lnTo>
                  <a:lnTo>
                    <a:pt x="39765" y="1069091"/>
                  </a:lnTo>
                  <a:lnTo>
                    <a:pt x="35649" y="1066891"/>
                  </a:lnTo>
                  <a:lnTo>
                    <a:pt x="31748" y="1064285"/>
                  </a:lnTo>
                  <a:lnTo>
                    <a:pt x="27848" y="1061679"/>
                  </a:lnTo>
                  <a:lnTo>
                    <a:pt x="5437" y="1032225"/>
                  </a:lnTo>
                  <a:lnTo>
                    <a:pt x="3642" y="1027891"/>
                  </a:lnTo>
                  <a:lnTo>
                    <a:pt x="2287" y="1023424"/>
                  </a:lnTo>
                  <a:lnTo>
                    <a:pt x="1372" y="1018824"/>
                  </a:lnTo>
                  <a:lnTo>
                    <a:pt x="457" y="1014223"/>
                  </a:lnTo>
                  <a:lnTo>
                    <a:pt x="0" y="1009578"/>
                  </a:lnTo>
                  <a:lnTo>
                    <a:pt x="0" y="1004887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49915" y="4544248"/>
              <a:ext cx="130175" cy="174625"/>
            </a:xfrm>
            <a:prstGeom prst="rect">
              <a:avLst/>
            </a:prstGeom>
          </p:spPr>
        </p:pic>
        <p:pic>
          <p:nvPicPr>
            <p:cNvPr id="17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01593" y="4893239"/>
              <a:ext cx="171450" cy="174625"/>
            </a:xfrm>
            <a:prstGeom prst="rect">
              <a:avLst/>
            </a:prstGeom>
          </p:spPr>
        </p:pic>
      </p:grpSp>
      <p:sp>
        <p:nvSpPr>
          <p:cNvPr id="18" name="object 12"/>
          <p:cNvSpPr txBox="1"/>
          <p:nvPr/>
        </p:nvSpPr>
        <p:spPr>
          <a:xfrm>
            <a:off x="4040441" y="5455862"/>
            <a:ext cx="4612640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7385" marR="5080" indent="-655320">
              <a:lnSpc>
                <a:spcPct val="145200"/>
              </a:lnSpc>
              <a:spcBef>
                <a:spcPts val="95"/>
              </a:spcBef>
            </a:pPr>
            <a:r>
              <a:rPr sz="1500" b="1" spc="-7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80" dirty="0">
                <a:solidFill>
                  <a:srgbClr val="FFFFFF"/>
                </a:solidFill>
                <a:latin typeface="Arial"/>
                <a:cs typeface="Arial"/>
              </a:rPr>
              <a:t>sessions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70" dirty="0">
                <a:solidFill>
                  <a:srgbClr val="FFFFFF"/>
                </a:solidFill>
                <a:latin typeface="Arial"/>
                <a:cs typeface="Arial"/>
              </a:rPr>
              <a:t>conducted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550" b="1" spc="-3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500" b="1" spc="-55" dirty="0">
                <a:solidFill>
                  <a:srgbClr val="FFFFFF"/>
                </a:solidFill>
                <a:latin typeface="Arial"/>
                <a:cs typeface="Arial"/>
              </a:rPr>
              <a:t>site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3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5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85" dirty="0">
                <a:solidFill>
                  <a:srgbClr val="FFFFFF"/>
                </a:solidFill>
                <a:latin typeface="Arial"/>
                <a:cs typeface="Arial"/>
              </a:rPr>
              <a:t>Gurugram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55" dirty="0">
                <a:solidFill>
                  <a:srgbClr val="FFFFFF"/>
                </a:solidFill>
                <a:latin typeface="Arial"/>
                <a:cs typeface="Arial"/>
              </a:rPr>
              <a:t>Cyber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Cell </a:t>
            </a:r>
            <a:r>
              <a:rPr sz="1500" b="1" spc="-70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15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built </a:t>
            </a:r>
            <a:r>
              <a:rPr sz="1500" b="1" spc="-70" dirty="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sz="1500" b="1" spc="-65" dirty="0">
                <a:solidFill>
                  <a:srgbClr val="FFFFFF"/>
                </a:solidFill>
                <a:latin typeface="Arial"/>
                <a:cs typeface="Arial"/>
              </a:rPr>
              <a:t> breaks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7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5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off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19" name="object 13"/>
          <p:cNvGrpSpPr/>
          <p:nvPr/>
        </p:nvGrpSpPr>
        <p:grpSpPr>
          <a:xfrm>
            <a:off x="1123952" y="3242445"/>
            <a:ext cx="1162050" cy="1809750"/>
            <a:chOff x="981075" y="2476499"/>
            <a:chExt cx="1162050" cy="1809750"/>
          </a:xfrm>
        </p:grpSpPr>
        <p:pic>
          <p:nvPicPr>
            <p:cNvPr id="20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5400" y="2514599"/>
              <a:ext cx="533399" cy="533399"/>
            </a:xfrm>
            <a:prstGeom prst="rect">
              <a:avLst/>
            </a:prstGeom>
          </p:spPr>
        </p:pic>
        <p:sp>
          <p:nvSpPr>
            <p:cNvPr id="21" name="object 15"/>
            <p:cNvSpPr/>
            <p:nvPr/>
          </p:nvSpPr>
          <p:spPr>
            <a:xfrm>
              <a:off x="1276349" y="24955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499" y="285749"/>
                  </a:moveTo>
                  <a:lnTo>
                    <a:pt x="568407" y="327678"/>
                  </a:lnTo>
                  <a:lnTo>
                    <a:pt x="559195" y="368698"/>
                  </a:lnTo>
                  <a:lnTo>
                    <a:pt x="544065" y="407923"/>
                  </a:lnTo>
                  <a:lnTo>
                    <a:pt x="523342" y="444504"/>
                  </a:lnTo>
                  <a:lnTo>
                    <a:pt x="497476" y="477648"/>
                  </a:lnTo>
                  <a:lnTo>
                    <a:pt x="467027" y="506637"/>
                  </a:lnTo>
                  <a:lnTo>
                    <a:pt x="432654" y="530846"/>
                  </a:lnTo>
                  <a:lnTo>
                    <a:pt x="395101" y="549748"/>
                  </a:lnTo>
                  <a:lnTo>
                    <a:pt x="355181" y="562936"/>
                  </a:lnTo>
                  <a:lnTo>
                    <a:pt x="313758" y="570124"/>
                  </a:lnTo>
                  <a:lnTo>
                    <a:pt x="285749" y="571499"/>
                  </a:lnTo>
                  <a:lnTo>
                    <a:pt x="278735" y="571413"/>
                  </a:lnTo>
                  <a:lnTo>
                    <a:pt x="236899" y="567293"/>
                  </a:lnTo>
                  <a:lnTo>
                    <a:pt x="196113" y="557077"/>
                  </a:lnTo>
                  <a:lnTo>
                    <a:pt x="157275" y="540989"/>
                  </a:lnTo>
                  <a:lnTo>
                    <a:pt x="121210" y="519373"/>
                  </a:lnTo>
                  <a:lnTo>
                    <a:pt x="88715" y="492705"/>
                  </a:lnTo>
                  <a:lnTo>
                    <a:pt x="60478" y="461550"/>
                  </a:lnTo>
                  <a:lnTo>
                    <a:pt x="37123" y="426597"/>
                  </a:lnTo>
                  <a:lnTo>
                    <a:pt x="19146" y="388588"/>
                  </a:lnTo>
                  <a:lnTo>
                    <a:pt x="6943" y="348360"/>
                  </a:lnTo>
                  <a:lnTo>
                    <a:pt x="773" y="306768"/>
                  </a:lnTo>
                  <a:lnTo>
                    <a:pt x="0" y="285749"/>
                  </a:lnTo>
                  <a:lnTo>
                    <a:pt x="85" y="278735"/>
                  </a:lnTo>
                  <a:lnTo>
                    <a:pt x="4206" y="236899"/>
                  </a:lnTo>
                  <a:lnTo>
                    <a:pt x="14422" y="196113"/>
                  </a:lnTo>
                  <a:lnTo>
                    <a:pt x="30510" y="157275"/>
                  </a:lnTo>
                  <a:lnTo>
                    <a:pt x="52126" y="121210"/>
                  </a:lnTo>
                  <a:lnTo>
                    <a:pt x="78794" y="88715"/>
                  </a:lnTo>
                  <a:lnTo>
                    <a:pt x="109949" y="60478"/>
                  </a:lnTo>
                  <a:lnTo>
                    <a:pt x="144902" y="37123"/>
                  </a:lnTo>
                  <a:lnTo>
                    <a:pt x="182911" y="19146"/>
                  </a:lnTo>
                  <a:lnTo>
                    <a:pt x="223139" y="6943"/>
                  </a:lnTo>
                  <a:lnTo>
                    <a:pt x="264731" y="773"/>
                  </a:lnTo>
                  <a:lnTo>
                    <a:pt x="285749" y="0"/>
                  </a:lnTo>
                  <a:lnTo>
                    <a:pt x="292764" y="85"/>
                  </a:lnTo>
                  <a:lnTo>
                    <a:pt x="334600" y="4206"/>
                  </a:lnTo>
                  <a:lnTo>
                    <a:pt x="375386" y="14422"/>
                  </a:lnTo>
                  <a:lnTo>
                    <a:pt x="414224" y="30510"/>
                  </a:lnTo>
                  <a:lnTo>
                    <a:pt x="450288" y="52126"/>
                  </a:lnTo>
                  <a:lnTo>
                    <a:pt x="482784" y="78794"/>
                  </a:lnTo>
                  <a:lnTo>
                    <a:pt x="511021" y="109949"/>
                  </a:lnTo>
                  <a:lnTo>
                    <a:pt x="534376" y="144902"/>
                  </a:lnTo>
                  <a:lnTo>
                    <a:pt x="552353" y="182911"/>
                  </a:lnTo>
                  <a:lnTo>
                    <a:pt x="564556" y="223139"/>
                  </a:lnTo>
                  <a:lnTo>
                    <a:pt x="570725" y="264731"/>
                  </a:lnTo>
                  <a:lnTo>
                    <a:pt x="571499" y="285749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9862" y="2692399"/>
              <a:ext cx="241300" cy="168275"/>
            </a:xfrm>
            <a:prstGeom prst="rect">
              <a:avLst/>
            </a:prstGeom>
          </p:spPr>
        </p:pic>
        <p:sp>
          <p:nvSpPr>
            <p:cNvPr id="23" name="object 17"/>
            <p:cNvSpPr/>
            <p:nvPr/>
          </p:nvSpPr>
          <p:spPr>
            <a:xfrm>
              <a:off x="985837" y="3243262"/>
              <a:ext cx="1152525" cy="1038225"/>
            </a:xfrm>
            <a:custGeom>
              <a:avLst/>
              <a:gdLst/>
              <a:ahLst/>
              <a:cxnLst/>
              <a:rect l="l" t="t" r="r" b="b"/>
              <a:pathLst>
                <a:path w="1152525" h="1038225">
                  <a:moveTo>
                    <a:pt x="1085778" y="1038224"/>
                  </a:moveTo>
                  <a:lnTo>
                    <a:pt x="66746" y="1038224"/>
                  </a:lnTo>
                  <a:lnTo>
                    <a:pt x="62101" y="1037767"/>
                  </a:lnTo>
                  <a:lnTo>
                    <a:pt x="24240" y="1020618"/>
                  </a:lnTo>
                  <a:lnTo>
                    <a:pt x="2287" y="985324"/>
                  </a:lnTo>
                  <a:lnTo>
                    <a:pt x="0" y="971478"/>
                  </a:lnTo>
                  <a:lnTo>
                    <a:pt x="0" y="966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085778" y="0"/>
                  </a:lnTo>
                  <a:lnTo>
                    <a:pt x="1124675" y="14645"/>
                  </a:lnTo>
                  <a:lnTo>
                    <a:pt x="1148881" y="48433"/>
                  </a:lnTo>
                  <a:lnTo>
                    <a:pt x="1152524" y="66746"/>
                  </a:lnTo>
                  <a:lnTo>
                    <a:pt x="1152524" y="971478"/>
                  </a:lnTo>
                  <a:lnTo>
                    <a:pt x="1137879" y="1010375"/>
                  </a:lnTo>
                  <a:lnTo>
                    <a:pt x="1104091" y="1034581"/>
                  </a:lnTo>
                  <a:lnTo>
                    <a:pt x="1090423" y="1037767"/>
                  </a:lnTo>
                  <a:lnTo>
                    <a:pt x="1085778" y="1038224"/>
                  </a:lnTo>
                  <a:close/>
                </a:path>
              </a:pathLst>
            </a:custGeom>
            <a:solidFill>
              <a:srgbClr val="00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8"/>
            <p:cNvSpPr/>
            <p:nvPr/>
          </p:nvSpPr>
          <p:spPr>
            <a:xfrm>
              <a:off x="985837" y="3243262"/>
              <a:ext cx="1152525" cy="1038225"/>
            </a:xfrm>
            <a:custGeom>
              <a:avLst/>
              <a:gdLst/>
              <a:ahLst/>
              <a:cxnLst/>
              <a:rect l="l" t="t" r="r" b="b"/>
              <a:pathLst>
                <a:path w="1152525" h="1038225">
                  <a:moveTo>
                    <a:pt x="0" y="966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081087" y="0"/>
                  </a:lnTo>
                  <a:lnTo>
                    <a:pt x="1085778" y="0"/>
                  </a:lnTo>
                  <a:lnTo>
                    <a:pt x="1090423" y="457"/>
                  </a:lnTo>
                  <a:lnTo>
                    <a:pt x="1128284" y="17606"/>
                  </a:lnTo>
                  <a:lnTo>
                    <a:pt x="1150237" y="52900"/>
                  </a:lnTo>
                  <a:lnTo>
                    <a:pt x="1152524" y="71437"/>
                  </a:lnTo>
                  <a:lnTo>
                    <a:pt x="1152524" y="966787"/>
                  </a:lnTo>
                  <a:lnTo>
                    <a:pt x="1152524" y="971478"/>
                  </a:lnTo>
                  <a:lnTo>
                    <a:pt x="1152067" y="976123"/>
                  </a:lnTo>
                  <a:lnTo>
                    <a:pt x="1151152" y="980724"/>
                  </a:lnTo>
                  <a:lnTo>
                    <a:pt x="1150237" y="985324"/>
                  </a:lnTo>
                  <a:lnTo>
                    <a:pt x="1128284" y="1020618"/>
                  </a:lnTo>
                  <a:lnTo>
                    <a:pt x="1120775" y="1026185"/>
                  </a:lnTo>
                  <a:lnTo>
                    <a:pt x="1116875" y="1028791"/>
                  </a:lnTo>
                  <a:lnTo>
                    <a:pt x="1081087" y="1038224"/>
                  </a:lnTo>
                  <a:lnTo>
                    <a:pt x="71437" y="1038224"/>
                  </a:lnTo>
                  <a:lnTo>
                    <a:pt x="44099" y="1032786"/>
                  </a:lnTo>
                  <a:lnTo>
                    <a:pt x="39765" y="1030991"/>
                  </a:lnTo>
                  <a:lnTo>
                    <a:pt x="35649" y="1028791"/>
                  </a:lnTo>
                  <a:lnTo>
                    <a:pt x="31748" y="1026185"/>
                  </a:lnTo>
                  <a:lnTo>
                    <a:pt x="27848" y="1023579"/>
                  </a:lnTo>
                  <a:lnTo>
                    <a:pt x="24240" y="1020618"/>
                  </a:lnTo>
                  <a:lnTo>
                    <a:pt x="20923" y="1017301"/>
                  </a:lnTo>
                  <a:lnTo>
                    <a:pt x="17606" y="1013984"/>
                  </a:lnTo>
                  <a:lnTo>
                    <a:pt x="1372" y="980724"/>
                  </a:lnTo>
                  <a:lnTo>
                    <a:pt x="457" y="976123"/>
                  </a:lnTo>
                  <a:lnTo>
                    <a:pt x="0" y="971478"/>
                  </a:lnTo>
                  <a:lnTo>
                    <a:pt x="0" y="966787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19"/>
          <p:cNvSpPr txBox="1"/>
          <p:nvPr/>
        </p:nvSpPr>
        <p:spPr>
          <a:xfrm>
            <a:off x="1276600" y="4155935"/>
            <a:ext cx="856615" cy="729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14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50" dirty="0">
              <a:latin typeface="Arial"/>
              <a:cs typeface="Arial"/>
            </a:endParaRPr>
          </a:p>
          <a:p>
            <a:pPr marL="12700" marR="5080" algn="ctr">
              <a:lnSpc>
                <a:spcPct val="108700"/>
              </a:lnSpc>
              <a:spcBef>
                <a:spcPts val="765"/>
              </a:spcBef>
            </a:pPr>
            <a:r>
              <a:rPr sz="1150" spc="-10" dirty="0">
                <a:solidFill>
                  <a:srgbClr val="93C4FD"/>
                </a:solidFill>
                <a:latin typeface="Microsoft Sans Serif"/>
                <a:cs typeface="Microsoft Sans Serif"/>
              </a:rPr>
              <a:t>Orientation</a:t>
            </a:r>
            <a:r>
              <a:rPr sz="1150" spc="-15" dirty="0">
                <a:solidFill>
                  <a:srgbClr val="93C4FD"/>
                </a:solidFill>
                <a:latin typeface="Microsoft Sans Serif"/>
                <a:cs typeface="Microsoft Sans Serif"/>
              </a:rPr>
              <a:t> </a:t>
            </a:r>
            <a:r>
              <a:rPr sz="1150" spc="-80" dirty="0">
                <a:solidFill>
                  <a:srgbClr val="93C4FD"/>
                </a:solidFill>
                <a:latin typeface="Comic Sans MS"/>
                <a:cs typeface="Comic Sans MS"/>
              </a:rPr>
              <a:t>&amp; </a:t>
            </a:r>
            <a:r>
              <a:rPr sz="1150" spc="-10" dirty="0">
                <a:solidFill>
                  <a:srgbClr val="93C4FD"/>
                </a:solidFill>
                <a:latin typeface="Microsoft Sans Serif"/>
                <a:cs typeface="Microsoft Sans Serif"/>
              </a:rPr>
              <a:t>Awareness</a:t>
            </a:r>
            <a:endParaRPr sz="1150" dirty="0">
              <a:latin typeface="Microsoft Sans Serif"/>
              <a:cs typeface="Microsoft Sans Serif"/>
            </a:endParaRPr>
          </a:p>
        </p:txBody>
      </p:sp>
      <p:grpSp>
        <p:nvGrpSpPr>
          <p:cNvPr id="26" name="object 20"/>
          <p:cNvGrpSpPr/>
          <p:nvPr/>
        </p:nvGrpSpPr>
        <p:grpSpPr>
          <a:xfrm>
            <a:off x="3505202" y="3242445"/>
            <a:ext cx="933450" cy="1809750"/>
            <a:chOff x="3362325" y="2476499"/>
            <a:chExt cx="933450" cy="1809750"/>
          </a:xfrm>
        </p:grpSpPr>
        <p:pic>
          <p:nvPicPr>
            <p:cNvPr id="27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2349" y="2514599"/>
              <a:ext cx="533399" cy="533399"/>
            </a:xfrm>
            <a:prstGeom prst="rect">
              <a:avLst/>
            </a:prstGeom>
          </p:spPr>
        </p:pic>
        <p:sp>
          <p:nvSpPr>
            <p:cNvPr id="28" name="object 22"/>
            <p:cNvSpPr/>
            <p:nvPr/>
          </p:nvSpPr>
          <p:spPr>
            <a:xfrm>
              <a:off x="3543299" y="24955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499" y="285749"/>
                  </a:moveTo>
                  <a:lnTo>
                    <a:pt x="568407" y="327678"/>
                  </a:lnTo>
                  <a:lnTo>
                    <a:pt x="559195" y="368698"/>
                  </a:lnTo>
                  <a:lnTo>
                    <a:pt x="544065" y="407923"/>
                  </a:lnTo>
                  <a:lnTo>
                    <a:pt x="523342" y="444504"/>
                  </a:lnTo>
                  <a:lnTo>
                    <a:pt x="497476" y="477648"/>
                  </a:lnTo>
                  <a:lnTo>
                    <a:pt x="467027" y="506637"/>
                  </a:lnTo>
                  <a:lnTo>
                    <a:pt x="432654" y="530846"/>
                  </a:lnTo>
                  <a:lnTo>
                    <a:pt x="395101" y="549748"/>
                  </a:lnTo>
                  <a:lnTo>
                    <a:pt x="355181" y="562936"/>
                  </a:lnTo>
                  <a:lnTo>
                    <a:pt x="313758" y="570124"/>
                  </a:lnTo>
                  <a:lnTo>
                    <a:pt x="285749" y="571499"/>
                  </a:lnTo>
                  <a:lnTo>
                    <a:pt x="278735" y="571413"/>
                  </a:lnTo>
                  <a:lnTo>
                    <a:pt x="236899" y="567293"/>
                  </a:lnTo>
                  <a:lnTo>
                    <a:pt x="196113" y="557077"/>
                  </a:lnTo>
                  <a:lnTo>
                    <a:pt x="157275" y="540989"/>
                  </a:lnTo>
                  <a:lnTo>
                    <a:pt x="121210" y="519373"/>
                  </a:lnTo>
                  <a:lnTo>
                    <a:pt x="88715" y="492705"/>
                  </a:lnTo>
                  <a:lnTo>
                    <a:pt x="60478" y="461550"/>
                  </a:lnTo>
                  <a:lnTo>
                    <a:pt x="37123" y="426597"/>
                  </a:lnTo>
                  <a:lnTo>
                    <a:pt x="19146" y="388588"/>
                  </a:lnTo>
                  <a:lnTo>
                    <a:pt x="6943" y="348360"/>
                  </a:lnTo>
                  <a:lnTo>
                    <a:pt x="773" y="306768"/>
                  </a:lnTo>
                  <a:lnTo>
                    <a:pt x="0" y="285749"/>
                  </a:lnTo>
                  <a:lnTo>
                    <a:pt x="85" y="278735"/>
                  </a:lnTo>
                  <a:lnTo>
                    <a:pt x="4206" y="236899"/>
                  </a:lnTo>
                  <a:lnTo>
                    <a:pt x="14422" y="196113"/>
                  </a:lnTo>
                  <a:lnTo>
                    <a:pt x="30510" y="157275"/>
                  </a:lnTo>
                  <a:lnTo>
                    <a:pt x="52126" y="121210"/>
                  </a:lnTo>
                  <a:lnTo>
                    <a:pt x="78794" y="88715"/>
                  </a:lnTo>
                  <a:lnTo>
                    <a:pt x="109949" y="60478"/>
                  </a:lnTo>
                  <a:lnTo>
                    <a:pt x="144902" y="37123"/>
                  </a:lnTo>
                  <a:lnTo>
                    <a:pt x="182911" y="19146"/>
                  </a:lnTo>
                  <a:lnTo>
                    <a:pt x="223139" y="6943"/>
                  </a:lnTo>
                  <a:lnTo>
                    <a:pt x="264731" y="773"/>
                  </a:lnTo>
                  <a:lnTo>
                    <a:pt x="285749" y="0"/>
                  </a:lnTo>
                  <a:lnTo>
                    <a:pt x="292764" y="85"/>
                  </a:lnTo>
                  <a:lnTo>
                    <a:pt x="334600" y="4206"/>
                  </a:lnTo>
                  <a:lnTo>
                    <a:pt x="375386" y="14422"/>
                  </a:lnTo>
                  <a:lnTo>
                    <a:pt x="414224" y="30510"/>
                  </a:lnTo>
                  <a:lnTo>
                    <a:pt x="450288" y="52126"/>
                  </a:lnTo>
                  <a:lnTo>
                    <a:pt x="482784" y="78794"/>
                  </a:lnTo>
                  <a:lnTo>
                    <a:pt x="511021" y="109949"/>
                  </a:lnTo>
                  <a:lnTo>
                    <a:pt x="534376" y="144902"/>
                  </a:lnTo>
                  <a:lnTo>
                    <a:pt x="552353" y="182911"/>
                  </a:lnTo>
                  <a:lnTo>
                    <a:pt x="564556" y="223139"/>
                  </a:lnTo>
                  <a:lnTo>
                    <a:pt x="570725" y="264731"/>
                  </a:lnTo>
                  <a:lnTo>
                    <a:pt x="571499" y="285749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09987" y="2692399"/>
              <a:ext cx="238125" cy="168275"/>
            </a:xfrm>
            <a:prstGeom prst="rect">
              <a:avLst/>
            </a:prstGeom>
          </p:spPr>
        </p:pic>
        <p:sp>
          <p:nvSpPr>
            <p:cNvPr id="30" name="object 24"/>
            <p:cNvSpPr/>
            <p:nvPr/>
          </p:nvSpPr>
          <p:spPr>
            <a:xfrm>
              <a:off x="3367087" y="3243262"/>
              <a:ext cx="923925" cy="1038225"/>
            </a:xfrm>
            <a:custGeom>
              <a:avLst/>
              <a:gdLst/>
              <a:ahLst/>
              <a:cxnLst/>
              <a:rect l="l" t="t" r="r" b="b"/>
              <a:pathLst>
                <a:path w="923925" h="1038225">
                  <a:moveTo>
                    <a:pt x="857178" y="1038224"/>
                  </a:moveTo>
                  <a:lnTo>
                    <a:pt x="66746" y="1038224"/>
                  </a:lnTo>
                  <a:lnTo>
                    <a:pt x="62101" y="1037767"/>
                  </a:lnTo>
                  <a:lnTo>
                    <a:pt x="24240" y="1020618"/>
                  </a:lnTo>
                  <a:lnTo>
                    <a:pt x="2287" y="985324"/>
                  </a:lnTo>
                  <a:lnTo>
                    <a:pt x="0" y="971478"/>
                  </a:lnTo>
                  <a:lnTo>
                    <a:pt x="0" y="966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857178" y="0"/>
                  </a:lnTo>
                  <a:lnTo>
                    <a:pt x="896075" y="14645"/>
                  </a:lnTo>
                  <a:lnTo>
                    <a:pt x="920281" y="48433"/>
                  </a:lnTo>
                  <a:lnTo>
                    <a:pt x="923924" y="66746"/>
                  </a:lnTo>
                  <a:lnTo>
                    <a:pt x="923924" y="971478"/>
                  </a:lnTo>
                  <a:lnTo>
                    <a:pt x="909279" y="1010375"/>
                  </a:lnTo>
                  <a:lnTo>
                    <a:pt x="875491" y="1034581"/>
                  </a:lnTo>
                  <a:lnTo>
                    <a:pt x="861823" y="1037767"/>
                  </a:lnTo>
                  <a:lnTo>
                    <a:pt x="857178" y="1038224"/>
                  </a:lnTo>
                  <a:close/>
                </a:path>
              </a:pathLst>
            </a:custGeom>
            <a:solidFill>
              <a:srgbClr val="00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5"/>
            <p:cNvSpPr/>
            <p:nvPr/>
          </p:nvSpPr>
          <p:spPr>
            <a:xfrm>
              <a:off x="3367087" y="3243262"/>
              <a:ext cx="923925" cy="1038225"/>
            </a:xfrm>
            <a:custGeom>
              <a:avLst/>
              <a:gdLst/>
              <a:ahLst/>
              <a:cxnLst/>
              <a:rect l="l" t="t" r="r" b="b"/>
              <a:pathLst>
                <a:path w="923925" h="1038225">
                  <a:moveTo>
                    <a:pt x="0" y="966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52487" y="0"/>
                  </a:lnTo>
                  <a:lnTo>
                    <a:pt x="857178" y="0"/>
                  </a:lnTo>
                  <a:lnTo>
                    <a:pt x="861823" y="457"/>
                  </a:lnTo>
                  <a:lnTo>
                    <a:pt x="866424" y="1372"/>
                  </a:lnTo>
                  <a:lnTo>
                    <a:pt x="871024" y="2287"/>
                  </a:lnTo>
                  <a:lnTo>
                    <a:pt x="875491" y="3642"/>
                  </a:lnTo>
                  <a:lnTo>
                    <a:pt x="879825" y="5437"/>
                  </a:lnTo>
                  <a:lnTo>
                    <a:pt x="884158" y="7232"/>
                  </a:lnTo>
                  <a:lnTo>
                    <a:pt x="914491" y="35649"/>
                  </a:lnTo>
                  <a:lnTo>
                    <a:pt x="923924" y="71437"/>
                  </a:lnTo>
                  <a:lnTo>
                    <a:pt x="923924" y="966787"/>
                  </a:lnTo>
                  <a:lnTo>
                    <a:pt x="923924" y="971478"/>
                  </a:lnTo>
                  <a:lnTo>
                    <a:pt x="923467" y="976123"/>
                  </a:lnTo>
                  <a:lnTo>
                    <a:pt x="922552" y="980724"/>
                  </a:lnTo>
                  <a:lnTo>
                    <a:pt x="921637" y="985324"/>
                  </a:lnTo>
                  <a:lnTo>
                    <a:pt x="899684" y="1020618"/>
                  </a:lnTo>
                  <a:lnTo>
                    <a:pt x="892175" y="1026185"/>
                  </a:lnTo>
                  <a:lnTo>
                    <a:pt x="888275" y="1028791"/>
                  </a:lnTo>
                  <a:lnTo>
                    <a:pt x="852487" y="1038224"/>
                  </a:lnTo>
                  <a:lnTo>
                    <a:pt x="71437" y="1038224"/>
                  </a:lnTo>
                  <a:lnTo>
                    <a:pt x="44099" y="1032786"/>
                  </a:lnTo>
                  <a:lnTo>
                    <a:pt x="39765" y="1030991"/>
                  </a:lnTo>
                  <a:lnTo>
                    <a:pt x="35649" y="1028791"/>
                  </a:lnTo>
                  <a:lnTo>
                    <a:pt x="31748" y="1026185"/>
                  </a:lnTo>
                  <a:lnTo>
                    <a:pt x="27848" y="1023579"/>
                  </a:lnTo>
                  <a:lnTo>
                    <a:pt x="24240" y="1020618"/>
                  </a:lnTo>
                  <a:lnTo>
                    <a:pt x="20923" y="1017301"/>
                  </a:lnTo>
                  <a:lnTo>
                    <a:pt x="17606" y="1013984"/>
                  </a:lnTo>
                  <a:lnTo>
                    <a:pt x="1372" y="980724"/>
                  </a:lnTo>
                  <a:lnTo>
                    <a:pt x="457" y="976123"/>
                  </a:lnTo>
                  <a:lnTo>
                    <a:pt x="0" y="971478"/>
                  </a:lnTo>
                  <a:lnTo>
                    <a:pt x="0" y="966787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26"/>
          <p:cNvSpPr txBox="1"/>
          <p:nvPr/>
        </p:nvSpPr>
        <p:spPr>
          <a:xfrm>
            <a:off x="3652343" y="4155935"/>
            <a:ext cx="639445" cy="729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14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50" dirty="0">
              <a:latin typeface="Arial"/>
              <a:cs typeface="Arial"/>
            </a:endParaRPr>
          </a:p>
          <a:p>
            <a:pPr marL="12065" marR="5080" algn="ctr">
              <a:lnSpc>
                <a:spcPct val="108700"/>
              </a:lnSpc>
              <a:spcBef>
                <a:spcPts val="765"/>
              </a:spcBef>
            </a:pPr>
            <a:r>
              <a:rPr sz="1150" spc="-20" dirty="0">
                <a:solidFill>
                  <a:srgbClr val="D8B4FE"/>
                </a:solidFill>
                <a:latin typeface="Microsoft Sans Serif"/>
                <a:cs typeface="Microsoft Sans Serif"/>
              </a:rPr>
              <a:t>Technical Labs</a:t>
            </a:r>
            <a:endParaRPr sz="1150" dirty="0">
              <a:latin typeface="Microsoft Sans Serif"/>
              <a:cs typeface="Microsoft Sans Serif"/>
            </a:endParaRPr>
          </a:p>
        </p:txBody>
      </p:sp>
      <p:grpSp>
        <p:nvGrpSpPr>
          <p:cNvPr id="33" name="object 27"/>
          <p:cNvGrpSpPr/>
          <p:nvPr/>
        </p:nvGrpSpPr>
        <p:grpSpPr>
          <a:xfrm>
            <a:off x="5600701" y="3242445"/>
            <a:ext cx="1276350" cy="1809750"/>
            <a:chOff x="5457824" y="2476499"/>
            <a:chExt cx="1276350" cy="1809750"/>
          </a:xfrm>
        </p:grpSpPr>
        <p:pic>
          <p:nvPicPr>
            <p:cNvPr id="34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29299" y="2514599"/>
              <a:ext cx="533399" cy="533399"/>
            </a:xfrm>
            <a:prstGeom prst="rect">
              <a:avLst/>
            </a:prstGeom>
          </p:spPr>
        </p:pic>
        <p:sp>
          <p:nvSpPr>
            <p:cNvPr id="35" name="object 29"/>
            <p:cNvSpPr/>
            <p:nvPr/>
          </p:nvSpPr>
          <p:spPr>
            <a:xfrm>
              <a:off x="5810249" y="24955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499" y="285749"/>
                  </a:moveTo>
                  <a:lnTo>
                    <a:pt x="568407" y="327678"/>
                  </a:lnTo>
                  <a:lnTo>
                    <a:pt x="559195" y="368698"/>
                  </a:lnTo>
                  <a:lnTo>
                    <a:pt x="544065" y="407923"/>
                  </a:lnTo>
                  <a:lnTo>
                    <a:pt x="523342" y="444504"/>
                  </a:lnTo>
                  <a:lnTo>
                    <a:pt x="497476" y="477648"/>
                  </a:lnTo>
                  <a:lnTo>
                    <a:pt x="467027" y="506637"/>
                  </a:lnTo>
                  <a:lnTo>
                    <a:pt x="432654" y="530846"/>
                  </a:lnTo>
                  <a:lnTo>
                    <a:pt x="395101" y="549748"/>
                  </a:lnTo>
                  <a:lnTo>
                    <a:pt x="355181" y="562936"/>
                  </a:lnTo>
                  <a:lnTo>
                    <a:pt x="313758" y="570124"/>
                  </a:lnTo>
                  <a:lnTo>
                    <a:pt x="285749" y="571499"/>
                  </a:lnTo>
                  <a:lnTo>
                    <a:pt x="278735" y="571413"/>
                  </a:lnTo>
                  <a:lnTo>
                    <a:pt x="236899" y="567293"/>
                  </a:lnTo>
                  <a:lnTo>
                    <a:pt x="196113" y="557077"/>
                  </a:lnTo>
                  <a:lnTo>
                    <a:pt x="157275" y="540989"/>
                  </a:lnTo>
                  <a:lnTo>
                    <a:pt x="121210" y="519373"/>
                  </a:lnTo>
                  <a:lnTo>
                    <a:pt x="88715" y="492705"/>
                  </a:lnTo>
                  <a:lnTo>
                    <a:pt x="60478" y="461550"/>
                  </a:lnTo>
                  <a:lnTo>
                    <a:pt x="37123" y="426597"/>
                  </a:lnTo>
                  <a:lnTo>
                    <a:pt x="19146" y="388588"/>
                  </a:lnTo>
                  <a:lnTo>
                    <a:pt x="6943" y="348360"/>
                  </a:lnTo>
                  <a:lnTo>
                    <a:pt x="773" y="306768"/>
                  </a:lnTo>
                  <a:lnTo>
                    <a:pt x="0" y="285749"/>
                  </a:lnTo>
                  <a:lnTo>
                    <a:pt x="85" y="278735"/>
                  </a:lnTo>
                  <a:lnTo>
                    <a:pt x="4206" y="236899"/>
                  </a:lnTo>
                  <a:lnTo>
                    <a:pt x="14422" y="196113"/>
                  </a:lnTo>
                  <a:lnTo>
                    <a:pt x="30510" y="157275"/>
                  </a:lnTo>
                  <a:lnTo>
                    <a:pt x="52126" y="121210"/>
                  </a:lnTo>
                  <a:lnTo>
                    <a:pt x="78794" y="88715"/>
                  </a:lnTo>
                  <a:lnTo>
                    <a:pt x="109949" y="60478"/>
                  </a:lnTo>
                  <a:lnTo>
                    <a:pt x="144902" y="37123"/>
                  </a:lnTo>
                  <a:lnTo>
                    <a:pt x="182911" y="19146"/>
                  </a:lnTo>
                  <a:lnTo>
                    <a:pt x="223139" y="6943"/>
                  </a:lnTo>
                  <a:lnTo>
                    <a:pt x="264731" y="773"/>
                  </a:lnTo>
                  <a:lnTo>
                    <a:pt x="285749" y="0"/>
                  </a:lnTo>
                  <a:lnTo>
                    <a:pt x="292764" y="85"/>
                  </a:lnTo>
                  <a:lnTo>
                    <a:pt x="334600" y="4206"/>
                  </a:lnTo>
                  <a:lnTo>
                    <a:pt x="375386" y="14422"/>
                  </a:lnTo>
                  <a:lnTo>
                    <a:pt x="414224" y="30510"/>
                  </a:lnTo>
                  <a:lnTo>
                    <a:pt x="450288" y="52126"/>
                  </a:lnTo>
                  <a:lnTo>
                    <a:pt x="482784" y="78794"/>
                  </a:lnTo>
                  <a:lnTo>
                    <a:pt x="511021" y="109949"/>
                  </a:lnTo>
                  <a:lnTo>
                    <a:pt x="534376" y="144902"/>
                  </a:lnTo>
                  <a:lnTo>
                    <a:pt x="552353" y="182911"/>
                  </a:lnTo>
                  <a:lnTo>
                    <a:pt x="564556" y="223139"/>
                  </a:lnTo>
                  <a:lnTo>
                    <a:pt x="570725" y="264731"/>
                  </a:lnTo>
                  <a:lnTo>
                    <a:pt x="571499" y="285749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00749" y="2679699"/>
              <a:ext cx="190500" cy="193675"/>
            </a:xfrm>
            <a:prstGeom prst="rect">
              <a:avLst/>
            </a:prstGeom>
          </p:spPr>
        </p:pic>
        <p:sp>
          <p:nvSpPr>
            <p:cNvPr id="37" name="object 31"/>
            <p:cNvSpPr/>
            <p:nvPr/>
          </p:nvSpPr>
          <p:spPr>
            <a:xfrm>
              <a:off x="5462587" y="3243262"/>
              <a:ext cx="1266825" cy="1038225"/>
            </a:xfrm>
            <a:custGeom>
              <a:avLst/>
              <a:gdLst/>
              <a:ahLst/>
              <a:cxnLst/>
              <a:rect l="l" t="t" r="r" b="b"/>
              <a:pathLst>
                <a:path w="1266825" h="1038225">
                  <a:moveTo>
                    <a:pt x="1200078" y="1038224"/>
                  </a:moveTo>
                  <a:lnTo>
                    <a:pt x="66746" y="1038224"/>
                  </a:lnTo>
                  <a:lnTo>
                    <a:pt x="62101" y="1037767"/>
                  </a:lnTo>
                  <a:lnTo>
                    <a:pt x="24240" y="1020618"/>
                  </a:lnTo>
                  <a:lnTo>
                    <a:pt x="2287" y="985324"/>
                  </a:lnTo>
                  <a:lnTo>
                    <a:pt x="0" y="971478"/>
                  </a:lnTo>
                  <a:lnTo>
                    <a:pt x="0" y="966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200078" y="0"/>
                  </a:lnTo>
                  <a:lnTo>
                    <a:pt x="1238975" y="14645"/>
                  </a:lnTo>
                  <a:lnTo>
                    <a:pt x="1263181" y="48433"/>
                  </a:lnTo>
                  <a:lnTo>
                    <a:pt x="1266824" y="66746"/>
                  </a:lnTo>
                  <a:lnTo>
                    <a:pt x="1266824" y="971478"/>
                  </a:lnTo>
                  <a:lnTo>
                    <a:pt x="1252179" y="1010375"/>
                  </a:lnTo>
                  <a:lnTo>
                    <a:pt x="1218391" y="1034581"/>
                  </a:lnTo>
                  <a:lnTo>
                    <a:pt x="1204723" y="1037767"/>
                  </a:lnTo>
                  <a:lnTo>
                    <a:pt x="1200078" y="1038224"/>
                  </a:lnTo>
                  <a:close/>
                </a:path>
              </a:pathLst>
            </a:custGeom>
            <a:solidFill>
              <a:srgbClr val="00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2"/>
            <p:cNvSpPr/>
            <p:nvPr/>
          </p:nvSpPr>
          <p:spPr>
            <a:xfrm>
              <a:off x="5462587" y="3243262"/>
              <a:ext cx="1266825" cy="1038225"/>
            </a:xfrm>
            <a:custGeom>
              <a:avLst/>
              <a:gdLst/>
              <a:ahLst/>
              <a:cxnLst/>
              <a:rect l="l" t="t" r="r" b="b"/>
              <a:pathLst>
                <a:path w="1266825" h="1038225">
                  <a:moveTo>
                    <a:pt x="0" y="966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95387" y="0"/>
                  </a:lnTo>
                  <a:lnTo>
                    <a:pt x="1200078" y="0"/>
                  </a:lnTo>
                  <a:lnTo>
                    <a:pt x="1204723" y="457"/>
                  </a:lnTo>
                  <a:lnTo>
                    <a:pt x="1209324" y="1372"/>
                  </a:lnTo>
                  <a:lnTo>
                    <a:pt x="1213924" y="2287"/>
                  </a:lnTo>
                  <a:lnTo>
                    <a:pt x="1218391" y="3642"/>
                  </a:lnTo>
                  <a:lnTo>
                    <a:pt x="1222725" y="5437"/>
                  </a:lnTo>
                  <a:lnTo>
                    <a:pt x="1227058" y="7232"/>
                  </a:lnTo>
                  <a:lnTo>
                    <a:pt x="1254785" y="31748"/>
                  </a:lnTo>
                  <a:lnTo>
                    <a:pt x="1257391" y="35649"/>
                  </a:lnTo>
                  <a:lnTo>
                    <a:pt x="1265452" y="57500"/>
                  </a:lnTo>
                  <a:lnTo>
                    <a:pt x="1266367" y="62101"/>
                  </a:lnTo>
                  <a:lnTo>
                    <a:pt x="1266824" y="66746"/>
                  </a:lnTo>
                  <a:lnTo>
                    <a:pt x="1266824" y="71437"/>
                  </a:lnTo>
                  <a:lnTo>
                    <a:pt x="1266824" y="966787"/>
                  </a:lnTo>
                  <a:lnTo>
                    <a:pt x="1266824" y="971478"/>
                  </a:lnTo>
                  <a:lnTo>
                    <a:pt x="1266367" y="976123"/>
                  </a:lnTo>
                  <a:lnTo>
                    <a:pt x="1265452" y="980724"/>
                  </a:lnTo>
                  <a:lnTo>
                    <a:pt x="1264536" y="985324"/>
                  </a:lnTo>
                  <a:lnTo>
                    <a:pt x="1254785" y="1006475"/>
                  </a:lnTo>
                  <a:lnTo>
                    <a:pt x="1252179" y="1010375"/>
                  </a:lnTo>
                  <a:lnTo>
                    <a:pt x="1249217" y="1013984"/>
                  </a:lnTo>
                  <a:lnTo>
                    <a:pt x="1245901" y="1017301"/>
                  </a:lnTo>
                  <a:lnTo>
                    <a:pt x="1242584" y="1020618"/>
                  </a:lnTo>
                  <a:lnTo>
                    <a:pt x="1238975" y="1023579"/>
                  </a:lnTo>
                  <a:lnTo>
                    <a:pt x="1235075" y="1026185"/>
                  </a:lnTo>
                  <a:lnTo>
                    <a:pt x="1231175" y="1028791"/>
                  </a:lnTo>
                  <a:lnTo>
                    <a:pt x="1195387" y="1038224"/>
                  </a:lnTo>
                  <a:lnTo>
                    <a:pt x="71437" y="1038224"/>
                  </a:lnTo>
                  <a:lnTo>
                    <a:pt x="44099" y="1032786"/>
                  </a:lnTo>
                  <a:lnTo>
                    <a:pt x="39765" y="1030991"/>
                  </a:lnTo>
                  <a:lnTo>
                    <a:pt x="35649" y="1028791"/>
                  </a:lnTo>
                  <a:lnTo>
                    <a:pt x="31748" y="1026185"/>
                  </a:lnTo>
                  <a:lnTo>
                    <a:pt x="27848" y="1023579"/>
                  </a:lnTo>
                  <a:lnTo>
                    <a:pt x="24240" y="1020618"/>
                  </a:lnTo>
                  <a:lnTo>
                    <a:pt x="20923" y="1017301"/>
                  </a:lnTo>
                  <a:lnTo>
                    <a:pt x="17606" y="1013984"/>
                  </a:lnTo>
                  <a:lnTo>
                    <a:pt x="1372" y="980724"/>
                  </a:lnTo>
                  <a:lnTo>
                    <a:pt x="457" y="976123"/>
                  </a:lnTo>
                  <a:lnTo>
                    <a:pt x="0" y="971478"/>
                  </a:lnTo>
                  <a:lnTo>
                    <a:pt x="0" y="966787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3"/>
          <p:cNvSpPr txBox="1"/>
          <p:nvPr/>
        </p:nvSpPr>
        <p:spPr>
          <a:xfrm>
            <a:off x="5746205" y="4155935"/>
            <a:ext cx="985519" cy="729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14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450">
              <a:latin typeface="Arial"/>
              <a:cs typeface="Arial"/>
            </a:endParaRPr>
          </a:p>
          <a:p>
            <a:pPr marL="12700" marR="5080" algn="ctr">
              <a:lnSpc>
                <a:spcPct val="108700"/>
              </a:lnSpc>
              <a:spcBef>
                <a:spcPts val="765"/>
              </a:spcBef>
            </a:pPr>
            <a:r>
              <a:rPr sz="1150" spc="-45" dirty="0">
                <a:solidFill>
                  <a:srgbClr val="5DE9D4"/>
                </a:solidFill>
                <a:latin typeface="Microsoft Sans Serif"/>
                <a:cs typeface="Microsoft Sans Serif"/>
              </a:rPr>
              <a:t>Case</a:t>
            </a:r>
            <a:r>
              <a:rPr sz="1150" spc="-30" dirty="0">
                <a:solidFill>
                  <a:srgbClr val="5DE9D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5DE9D4"/>
                </a:solidFill>
                <a:latin typeface="Microsoft Sans Serif"/>
                <a:cs typeface="Microsoft Sans Serif"/>
              </a:rPr>
              <a:t>Studies</a:t>
            </a:r>
            <a:r>
              <a:rPr sz="1150" spc="-45" dirty="0">
                <a:solidFill>
                  <a:srgbClr val="5DE9D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5DE9D4"/>
                </a:solidFill>
                <a:latin typeface="Comic Sans MS"/>
                <a:cs typeface="Comic Sans MS"/>
              </a:rPr>
              <a:t>&amp; </a:t>
            </a:r>
            <a:r>
              <a:rPr sz="1150" spc="-20" dirty="0">
                <a:solidFill>
                  <a:srgbClr val="5DE9D4"/>
                </a:solidFill>
                <a:latin typeface="Microsoft Sans Serif"/>
                <a:cs typeface="Microsoft Sans Serif"/>
              </a:rPr>
              <a:t>Field</a:t>
            </a:r>
            <a:r>
              <a:rPr sz="1150" spc="-45" dirty="0">
                <a:solidFill>
                  <a:srgbClr val="5DE9D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5DE9D4"/>
                </a:solidFill>
                <a:latin typeface="Microsoft Sans Serif"/>
                <a:cs typeface="Microsoft Sans Serif"/>
              </a:rPr>
              <a:t>Exposure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40" name="object 34"/>
          <p:cNvGrpSpPr/>
          <p:nvPr/>
        </p:nvGrpSpPr>
        <p:grpSpPr>
          <a:xfrm>
            <a:off x="7934327" y="3242445"/>
            <a:ext cx="1143000" cy="1809750"/>
            <a:chOff x="7791450" y="2476499"/>
            <a:chExt cx="1143000" cy="1809750"/>
          </a:xfrm>
        </p:grpSpPr>
        <p:pic>
          <p:nvPicPr>
            <p:cNvPr id="41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96249" y="2514599"/>
              <a:ext cx="533399" cy="533399"/>
            </a:xfrm>
            <a:prstGeom prst="rect">
              <a:avLst/>
            </a:prstGeom>
          </p:spPr>
        </p:pic>
        <p:sp>
          <p:nvSpPr>
            <p:cNvPr id="42" name="object 36"/>
            <p:cNvSpPr/>
            <p:nvPr/>
          </p:nvSpPr>
          <p:spPr>
            <a:xfrm>
              <a:off x="8077200" y="24955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499" y="285749"/>
                  </a:moveTo>
                  <a:lnTo>
                    <a:pt x="568407" y="327678"/>
                  </a:lnTo>
                  <a:lnTo>
                    <a:pt x="559195" y="368698"/>
                  </a:lnTo>
                  <a:lnTo>
                    <a:pt x="544065" y="407923"/>
                  </a:lnTo>
                  <a:lnTo>
                    <a:pt x="523342" y="444504"/>
                  </a:lnTo>
                  <a:lnTo>
                    <a:pt x="497476" y="477648"/>
                  </a:lnTo>
                  <a:lnTo>
                    <a:pt x="467027" y="506637"/>
                  </a:lnTo>
                  <a:lnTo>
                    <a:pt x="432654" y="530846"/>
                  </a:lnTo>
                  <a:lnTo>
                    <a:pt x="395101" y="549748"/>
                  </a:lnTo>
                  <a:lnTo>
                    <a:pt x="355181" y="562936"/>
                  </a:lnTo>
                  <a:lnTo>
                    <a:pt x="313758" y="570124"/>
                  </a:lnTo>
                  <a:lnTo>
                    <a:pt x="285749" y="571499"/>
                  </a:lnTo>
                  <a:lnTo>
                    <a:pt x="278735" y="571413"/>
                  </a:lnTo>
                  <a:lnTo>
                    <a:pt x="236899" y="567293"/>
                  </a:lnTo>
                  <a:lnTo>
                    <a:pt x="196113" y="557077"/>
                  </a:lnTo>
                  <a:lnTo>
                    <a:pt x="157275" y="540989"/>
                  </a:lnTo>
                  <a:lnTo>
                    <a:pt x="121210" y="519373"/>
                  </a:lnTo>
                  <a:lnTo>
                    <a:pt x="88715" y="492705"/>
                  </a:lnTo>
                  <a:lnTo>
                    <a:pt x="60478" y="461550"/>
                  </a:lnTo>
                  <a:lnTo>
                    <a:pt x="37123" y="426597"/>
                  </a:lnTo>
                  <a:lnTo>
                    <a:pt x="19146" y="388588"/>
                  </a:lnTo>
                  <a:lnTo>
                    <a:pt x="6943" y="348360"/>
                  </a:lnTo>
                  <a:lnTo>
                    <a:pt x="773" y="306768"/>
                  </a:lnTo>
                  <a:lnTo>
                    <a:pt x="0" y="285749"/>
                  </a:lnTo>
                  <a:lnTo>
                    <a:pt x="85" y="278735"/>
                  </a:lnTo>
                  <a:lnTo>
                    <a:pt x="4206" y="236899"/>
                  </a:lnTo>
                  <a:lnTo>
                    <a:pt x="14422" y="196113"/>
                  </a:lnTo>
                  <a:lnTo>
                    <a:pt x="30510" y="157275"/>
                  </a:lnTo>
                  <a:lnTo>
                    <a:pt x="52126" y="121210"/>
                  </a:lnTo>
                  <a:lnTo>
                    <a:pt x="78794" y="88715"/>
                  </a:lnTo>
                  <a:lnTo>
                    <a:pt x="109949" y="60478"/>
                  </a:lnTo>
                  <a:lnTo>
                    <a:pt x="144902" y="37123"/>
                  </a:lnTo>
                  <a:lnTo>
                    <a:pt x="182911" y="19146"/>
                  </a:lnTo>
                  <a:lnTo>
                    <a:pt x="223139" y="6943"/>
                  </a:lnTo>
                  <a:lnTo>
                    <a:pt x="264731" y="773"/>
                  </a:lnTo>
                  <a:lnTo>
                    <a:pt x="285749" y="0"/>
                  </a:lnTo>
                  <a:lnTo>
                    <a:pt x="292764" y="85"/>
                  </a:lnTo>
                  <a:lnTo>
                    <a:pt x="334600" y="4206"/>
                  </a:lnTo>
                  <a:lnTo>
                    <a:pt x="375386" y="14422"/>
                  </a:lnTo>
                  <a:lnTo>
                    <a:pt x="414224" y="30510"/>
                  </a:lnTo>
                  <a:lnTo>
                    <a:pt x="450288" y="52126"/>
                  </a:lnTo>
                  <a:lnTo>
                    <a:pt x="482784" y="78794"/>
                  </a:lnTo>
                  <a:lnTo>
                    <a:pt x="511021" y="109949"/>
                  </a:lnTo>
                  <a:lnTo>
                    <a:pt x="534376" y="144902"/>
                  </a:lnTo>
                  <a:lnTo>
                    <a:pt x="552353" y="182911"/>
                  </a:lnTo>
                  <a:lnTo>
                    <a:pt x="564556" y="223139"/>
                  </a:lnTo>
                  <a:lnTo>
                    <a:pt x="570725" y="264731"/>
                  </a:lnTo>
                  <a:lnTo>
                    <a:pt x="571499" y="285749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55793" y="2692399"/>
              <a:ext cx="215900" cy="168275"/>
            </a:xfrm>
            <a:prstGeom prst="rect">
              <a:avLst/>
            </a:prstGeom>
          </p:spPr>
        </p:pic>
        <p:sp>
          <p:nvSpPr>
            <p:cNvPr id="44" name="object 38"/>
            <p:cNvSpPr/>
            <p:nvPr/>
          </p:nvSpPr>
          <p:spPr>
            <a:xfrm>
              <a:off x="7796212" y="3243262"/>
              <a:ext cx="1133475" cy="1038225"/>
            </a:xfrm>
            <a:custGeom>
              <a:avLst/>
              <a:gdLst/>
              <a:ahLst/>
              <a:cxnLst/>
              <a:rect l="l" t="t" r="r" b="b"/>
              <a:pathLst>
                <a:path w="1133475" h="1038225">
                  <a:moveTo>
                    <a:pt x="1066728" y="1038224"/>
                  </a:moveTo>
                  <a:lnTo>
                    <a:pt x="66746" y="1038224"/>
                  </a:lnTo>
                  <a:lnTo>
                    <a:pt x="62101" y="1037767"/>
                  </a:lnTo>
                  <a:lnTo>
                    <a:pt x="24240" y="1020618"/>
                  </a:lnTo>
                  <a:lnTo>
                    <a:pt x="2287" y="985324"/>
                  </a:lnTo>
                  <a:lnTo>
                    <a:pt x="0" y="971478"/>
                  </a:lnTo>
                  <a:lnTo>
                    <a:pt x="0" y="966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066728" y="0"/>
                  </a:lnTo>
                  <a:lnTo>
                    <a:pt x="1105626" y="14645"/>
                  </a:lnTo>
                  <a:lnTo>
                    <a:pt x="1129832" y="48433"/>
                  </a:lnTo>
                  <a:lnTo>
                    <a:pt x="1133474" y="66746"/>
                  </a:lnTo>
                  <a:lnTo>
                    <a:pt x="1133474" y="971478"/>
                  </a:lnTo>
                  <a:lnTo>
                    <a:pt x="1118829" y="1010375"/>
                  </a:lnTo>
                  <a:lnTo>
                    <a:pt x="1085041" y="1034581"/>
                  </a:lnTo>
                  <a:lnTo>
                    <a:pt x="1071373" y="1037767"/>
                  </a:lnTo>
                  <a:lnTo>
                    <a:pt x="1066728" y="1038224"/>
                  </a:lnTo>
                  <a:close/>
                </a:path>
              </a:pathLst>
            </a:custGeom>
            <a:solidFill>
              <a:srgbClr val="00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9"/>
            <p:cNvSpPr/>
            <p:nvPr/>
          </p:nvSpPr>
          <p:spPr>
            <a:xfrm>
              <a:off x="7796212" y="3243262"/>
              <a:ext cx="1133475" cy="1038225"/>
            </a:xfrm>
            <a:custGeom>
              <a:avLst/>
              <a:gdLst/>
              <a:ahLst/>
              <a:cxnLst/>
              <a:rect l="l" t="t" r="r" b="b"/>
              <a:pathLst>
                <a:path w="1133475" h="1038225">
                  <a:moveTo>
                    <a:pt x="0" y="966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062037" y="0"/>
                  </a:lnTo>
                  <a:lnTo>
                    <a:pt x="1066728" y="0"/>
                  </a:lnTo>
                  <a:lnTo>
                    <a:pt x="1071373" y="457"/>
                  </a:lnTo>
                  <a:lnTo>
                    <a:pt x="1075974" y="1372"/>
                  </a:lnTo>
                  <a:lnTo>
                    <a:pt x="1080574" y="2287"/>
                  </a:lnTo>
                  <a:lnTo>
                    <a:pt x="1085041" y="3642"/>
                  </a:lnTo>
                  <a:lnTo>
                    <a:pt x="1089375" y="5437"/>
                  </a:lnTo>
                  <a:lnTo>
                    <a:pt x="1093708" y="7232"/>
                  </a:lnTo>
                  <a:lnTo>
                    <a:pt x="1121435" y="31748"/>
                  </a:lnTo>
                  <a:lnTo>
                    <a:pt x="1124041" y="35649"/>
                  </a:lnTo>
                  <a:lnTo>
                    <a:pt x="1126241" y="39765"/>
                  </a:lnTo>
                  <a:lnTo>
                    <a:pt x="1128037" y="44099"/>
                  </a:lnTo>
                  <a:lnTo>
                    <a:pt x="1129832" y="48433"/>
                  </a:lnTo>
                  <a:lnTo>
                    <a:pt x="1131187" y="52900"/>
                  </a:lnTo>
                  <a:lnTo>
                    <a:pt x="1132102" y="57500"/>
                  </a:lnTo>
                  <a:lnTo>
                    <a:pt x="1133017" y="62101"/>
                  </a:lnTo>
                  <a:lnTo>
                    <a:pt x="1133474" y="66746"/>
                  </a:lnTo>
                  <a:lnTo>
                    <a:pt x="1133474" y="71437"/>
                  </a:lnTo>
                  <a:lnTo>
                    <a:pt x="1133474" y="966787"/>
                  </a:lnTo>
                  <a:lnTo>
                    <a:pt x="1133474" y="971478"/>
                  </a:lnTo>
                  <a:lnTo>
                    <a:pt x="1133017" y="976123"/>
                  </a:lnTo>
                  <a:lnTo>
                    <a:pt x="1132102" y="980724"/>
                  </a:lnTo>
                  <a:lnTo>
                    <a:pt x="1131187" y="985324"/>
                  </a:lnTo>
                  <a:lnTo>
                    <a:pt x="1129832" y="989791"/>
                  </a:lnTo>
                  <a:lnTo>
                    <a:pt x="1128037" y="994125"/>
                  </a:lnTo>
                  <a:lnTo>
                    <a:pt x="1126241" y="998458"/>
                  </a:lnTo>
                  <a:lnTo>
                    <a:pt x="1101725" y="1026185"/>
                  </a:lnTo>
                  <a:lnTo>
                    <a:pt x="1097825" y="1028791"/>
                  </a:lnTo>
                  <a:lnTo>
                    <a:pt x="1093708" y="1030991"/>
                  </a:lnTo>
                  <a:lnTo>
                    <a:pt x="1089375" y="1032786"/>
                  </a:lnTo>
                  <a:lnTo>
                    <a:pt x="1085041" y="1034581"/>
                  </a:lnTo>
                  <a:lnTo>
                    <a:pt x="1062037" y="1038224"/>
                  </a:lnTo>
                  <a:lnTo>
                    <a:pt x="71437" y="1038224"/>
                  </a:lnTo>
                  <a:lnTo>
                    <a:pt x="44099" y="1032786"/>
                  </a:lnTo>
                  <a:lnTo>
                    <a:pt x="39765" y="1030991"/>
                  </a:lnTo>
                  <a:lnTo>
                    <a:pt x="35649" y="1028791"/>
                  </a:lnTo>
                  <a:lnTo>
                    <a:pt x="31748" y="1026185"/>
                  </a:lnTo>
                  <a:lnTo>
                    <a:pt x="27848" y="1023579"/>
                  </a:lnTo>
                  <a:lnTo>
                    <a:pt x="24240" y="1020618"/>
                  </a:lnTo>
                  <a:lnTo>
                    <a:pt x="20923" y="1017301"/>
                  </a:lnTo>
                  <a:lnTo>
                    <a:pt x="17606" y="1013984"/>
                  </a:lnTo>
                  <a:lnTo>
                    <a:pt x="1372" y="980724"/>
                  </a:lnTo>
                  <a:lnTo>
                    <a:pt x="457" y="976123"/>
                  </a:lnTo>
                  <a:lnTo>
                    <a:pt x="0" y="971478"/>
                  </a:lnTo>
                  <a:lnTo>
                    <a:pt x="0" y="966787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0"/>
          <p:cNvSpPr txBox="1"/>
          <p:nvPr/>
        </p:nvSpPr>
        <p:spPr>
          <a:xfrm>
            <a:off x="8082659" y="4155935"/>
            <a:ext cx="846455" cy="729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14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450" dirty="0">
              <a:latin typeface="Arial"/>
              <a:cs typeface="Arial"/>
            </a:endParaRPr>
          </a:p>
          <a:p>
            <a:pPr marL="12700" marR="5080" algn="ctr">
              <a:lnSpc>
                <a:spcPct val="108700"/>
              </a:lnSpc>
              <a:spcBef>
                <a:spcPts val="765"/>
              </a:spcBef>
            </a:pPr>
            <a:r>
              <a:rPr sz="1150" spc="-10" dirty="0">
                <a:solidFill>
                  <a:srgbClr val="93C4FD"/>
                </a:solidFill>
                <a:latin typeface="Microsoft Sans Serif"/>
                <a:cs typeface="Microsoft Sans Serif"/>
              </a:rPr>
              <a:t>Project</a:t>
            </a:r>
            <a:r>
              <a:rPr sz="1150" spc="-40" dirty="0">
                <a:solidFill>
                  <a:srgbClr val="93C4FD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93C4FD"/>
                </a:solidFill>
                <a:latin typeface="Microsoft Sans Serif"/>
                <a:cs typeface="Microsoft Sans Serif"/>
              </a:rPr>
              <a:t>Work </a:t>
            </a:r>
            <a:r>
              <a:rPr sz="1150" spc="-10" dirty="0">
                <a:solidFill>
                  <a:srgbClr val="93C4FD"/>
                </a:solidFill>
                <a:latin typeface="Comic Sans MS"/>
                <a:cs typeface="Comic Sans MS"/>
              </a:rPr>
              <a:t>(</a:t>
            </a:r>
            <a:r>
              <a:rPr sz="1150" spc="-10">
                <a:solidFill>
                  <a:srgbClr val="93C4FD"/>
                </a:solidFill>
                <a:latin typeface="Microsoft Sans Serif"/>
                <a:cs typeface="Microsoft Sans Serif"/>
              </a:rPr>
              <a:t>S</a:t>
            </a:r>
            <a:r>
              <a:rPr lang="en-US" sz="1150" spc="-10">
                <a:solidFill>
                  <a:srgbClr val="93C4FD"/>
                </a:solidFill>
                <a:latin typeface="Microsoft Sans Serif"/>
                <a:cs typeface="Microsoft Sans Serif"/>
              </a:rPr>
              <a:t>K</a:t>
            </a:r>
            <a:r>
              <a:rPr sz="1150" spc="-10">
                <a:solidFill>
                  <a:srgbClr val="93C4FD"/>
                </a:solidFill>
                <a:latin typeface="Microsoft Sans Serif"/>
                <a:cs typeface="Microsoft Sans Serif"/>
              </a:rPr>
              <a:t>IDScan</a:t>
            </a:r>
            <a:r>
              <a:rPr sz="1150" spc="-10" dirty="0">
                <a:solidFill>
                  <a:srgbClr val="93C4FD"/>
                </a:solidFill>
                <a:latin typeface="Comic Sans MS"/>
                <a:cs typeface="Comic Sans MS"/>
              </a:rPr>
              <a:t>)</a:t>
            </a:r>
            <a:endParaRPr sz="1150" dirty="0">
              <a:latin typeface="Comic Sans MS"/>
              <a:cs typeface="Comic Sans MS"/>
            </a:endParaRPr>
          </a:p>
        </p:txBody>
      </p:sp>
      <p:grpSp>
        <p:nvGrpSpPr>
          <p:cNvPr id="47" name="object 41"/>
          <p:cNvGrpSpPr/>
          <p:nvPr/>
        </p:nvGrpSpPr>
        <p:grpSpPr>
          <a:xfrm>
            <a:off x="10115551" y="3242445"/>
            <a:ext cx="1314450" cy="1809750"/>
            <a:chOff x="9972674" y="2476499"/>
            <a:chExt cx="1314450" cy="1809750"/>
          </a:xfrm>
        </p:grpSpPr>
        <p:pic>
          <p:nvPicPr>
            <p:cNvPr id="48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63200" y="2514599"/>
              <a:ext cx="533399" cy="533399"/>
            </a:xfrm>
            <a:prstGeom prst="rect">
              <a:avLst/>
            </a:prstGeom>
          </p:spPr>
        </p:pic>
        <p:sp>
          <p:nvSpPr>
            <p:cNvPr id="49" name="object 43"/>
            <p:cNvSpPr/>
            <p:nvPr/>
          </p:nvSpPr>
          <p:spPr>
            <a:xfrm>
              <a:off x="10344149" y="24955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499" y="285749"/>
                  </a:moveTo>
                  <a:lnTo>
                    <a:pt x="568407" y="327678"/>
                  </a:lnTo>
                  <a:lnTo>
                    <a:pt x="559195" y="368698"/>
                  </a:lnTo>
                  <a:lnTo>
                    <a:pt x="544065" y="407923"/>
                  </a:lnTo>
                  <a:lnTo>
                    <a:pt x="523342" y="444504"/>
                  </a:lnTo>
                  <a:lnTo>
                    <a:pt x="497476" y="477648"/>
                  </a:lnTo>
                  <a:lnTo>
                    <a:pt x="467027" y="506637"/>
                  </a:lnTo>
                  <a:lnTo>
                    <a:pt x="432654" y="530846"/>
                  </a:lnTo>
                  <a:lnTo>
                    <a:pt x="395101" y="549748"/>
                  </a:lnTo>
                  <a:lnTo>
                    <a:pt x="355181" y="562936"/>
                  </a:lnTo>
                  <a:lnTo>
                    <a:pt x="313758" y="570124"/>
                  </a:lnTo>
                  <a:lnTo>
                    <a:pt x="285749" y="571499"/>
                  </a:lnTo>
                  <a:lnTo>
                    <a:pt x="278735" y="571413"/>
                  </a:lnTo>
                  <a:lnTo>
                    <a:pt x="236899" y="567293"/>
                  </a:lnTo>
                  <a:lnTo>
                    <a:pt x="196113" y="557077"/>
                  </a:lnTo>
                  <a:lnTo>
                    <a:pt x="157275" y="540989"/>
                  </a:lnTo>
                  <a:lnTo>
                    <a:pt x="121210" y="519373"/>
                  </a:lnTo>
                  <a:lnTo>
                    <a:pt x="88715" y="492705"/>
                  </a:lnTo>
                  <a:lnTo>
                    <a:pt x="60478" y="461550"/>
                  </a:lnTo>
                  <a:lnTo>
                    <a:pt x="37123" y="426597"/>
                  </a:lnTo>
                  <a:lnTo>
                    <a:pt x="19146" y="388588"/>
                  </a:lnTo>
                  <a:lnTo>
                    <a:pt x="6943" y="348360"/>
                  </a:lnTo>
                  <a:lnTo>
                    <a:pt x="773" y="306768"/>
                  </a:lnTo>
                  <a:lnTo>
                    <a:pt x="0" y="285749"/>
                  </a:lnTo>
                  <a:lnTo>
                    <a:pt x="85" y="278735"/>
                  </a:lnTo>
                  <a:lnTo>
                    <a:pt x="4206" y="236899"/>
                  </a:lnTo>
                  <a:lnTo>
                    <a:pt x="14422" y="196113"/>
                  </a:lnTo>
                  <a:lnTo>
                    <a:pt x="30510" y="157275"/>
                  </a:lnTo>
                  <a:lnTo>
                    <a:pt x="52126" y="121210"/>
                  </a:lnTo>
                  <a:lnTo>
                    <a:pt x="78794" y="88715"/>
                  </a:lnTo>
                  <a:lnTo>
                    <a:pt x="109949" y="60478"/>
                  </a:lnTo>
                  <a:lnTo>
                    <a:pt x="144902" y="37123"/>
                  </a:lnTo>
                  <a:lnTo>
                    <a:pt x="182911" y="19146"/>
                  </a:lnTo>
                  <a:lnTo>
                    <a:pt x="223139" y="6943"/>
                  </a:lnTo>
                  <a:lnTo>
                    <a:pt x="264731" y="773"/>
                  </a:lnTo>
                  <a:lnTo>
                    <a:pt x="285749" y="0"/>
                  </a:lnTo>
                  <a:lnTo>
                    <a:pt x="292764" y="85"/>
                  </a:lnTo>
                  <a:lnTo>
                    <a:pt x="334600" y="4206"/>
                  </a:lnTo>
                  <a:lnTo>
                    <a:pt x="375386" y="14422"/>
                  </a:lnTo>
                  <a:lnTo>
                    <a:pt x="414224" y="30510"/>
                  </a:lnTo>
                  <a:lnTo>
                    <a:pt x="450288" y="52126"/>
                  </a:lnTo>
                  <a:lnTo>
                    <a:pt x="482784" y="78794"/>
                  </a:lnTo>
                  <a:lnTo>
                    <a:pt x="511021" y="109949"/>
                  </a:lnTo>
                  <a:lnTo>
                    <a:pt x="534376" y="144902"/>
                  </a:lnTo>
                  <a:lnTo>
                    <a:pt x="552353" y="182911"/>
                  </a:lnTo>
                  <a:lnTo>
                    <a:pt x="564556" y="223139"/>
                  </a:lnTo>
                  <a:lnTo>
                    <a:pt x="570725" y="264731"/>
                  </a:lnTo>
                  <a:lnTo>
                    <a:pt x="571499" y="285749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522742" y="2679699"/>
              <a:ext cx="215900" cy="193675"/>
            </a:xfrm>
            <a:prstGeom prst="rect">
              <a:avLst/>
            </a:prstGeom>
          </p:spPr>
        </p:pic>
        <p:sp>
          <p:nvSpPr>
            <p:cNvPr id="51" name="object 45"/>
            <p:cNvSpPr/>
            <p:nvPr/>
          </p:nvSpPr>
          <p:spPr>
            <a:xfrm>
              <a:off x="9977436" y="3243262"/>
              <a:ext cx="1304925" cy="1038225"/>
            </a:xfrm>
            <a:custGeom>
              <a:avLst/>
              <a:gdLst/>
              <a:ahLst/>
              <a:cxnLst/>
              <a:rect l="l" t="t" r="r" b="b"/>
              <a:pathLst>
                <a:path w="1304925" h="1038225">
                  <a:moveTo>
                    <a:pt x="1238177" y="1038224"/>
                  </a:moveTo>
                  <a:lnTo>
                    <a:pt x="66746" y="1038224"/>
                  </a:lnTo>
                  <a:lnTo>
                    <a:pt x="62101" y="1037767"/>
                  </a:lnTo>
                  <a:lnTo>
                    <a:pt x="24240" y="1020618"/>
                  </a:lnTo>
                  <a:lnTo>
                    <a:pt x="2287" y="985324"/>
                  </a:lnTo>
                  <a:lnTo>
                    <a:pt x="0" y="971478"/>
                  </a:lnTo>
                  <a:lnTo>
                    <a:pt x="0" y="966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238177" y="0"/>
                  </a:lnTo>
                  <a:lnTo>
                    <a:pt x="1277075" y="14645"/>
                  </a:lnTo>
                  <a:lnTo>
                    <a:pt x="1301281" y="48433"/>
                  </a:lnTo>
                  <a:lnTo>
                    <a:pt x="1304924" y="66746"/>
                  </a:lnTo>
                  <a:lnTo>
                    <a:pt x="1304924" y="971478"/>
                  </a:lnTo>
                  <a:lnTo>
                    <a:pt x="1290279" y="1010375"/>
                  </a:lnTo>
                  <a:lnTo>
                    <a:pt x="1256491" y="1034581"/>
                  </a:lnTo>
                  <a:lnTo>
                    <a:pt x="1242823" y="1037767"/>
                  </a:lnTo>
                  <a:lnTo>
                    <a:pt x="1238177" y="1038224"/>
                  </a:lnTo>
                  <a:close/>
                </a:path>
              </a:pathLst>
            </a:custGeom>
            <a:solidFill>
              <a:srgbClr val="00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6"/>
            <p:cNvSpPr/>
            <p:nvPr/>
          </p:nvSpPr>
          <p:spPr>
            <a:xfrm>
              <a:off x="9977436" y="3243262"/>
              <a:ext cx="1304925" cy="1038225"/>
            </a:xfrm>
            <a:custGeom>
              <a:avLst/>
              <a:gdLst/>
              <a:ahLst/>
              <a:cxnLst/>
              <a:rect l="l" t="t" r="r" b="b"/>
              <a:pathLst>
                <a:path w="1304925" h="1038225">
                  <a:moveTo>
                    <a:pt x="0" y="966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233487" y="0"/>
                  </a:lnTo>
                  <a:lnTo>
                    <a:pt x="1238177" y="0"/>
                  </a:lnTo>
                  <a:lnTo>
                    <a:pt x="1242823" y="457"/>
                  </a:lnTo>
                  <a:lnTo>
                    <a:pt x="1247424" y="1372"/>
                  </a:lnTo>
                  <a:lnTo>
                    <a:pt x="1252024" y="2287"/>
                  </a:lnTo>
                  <a:lnTo>
                    <a:pt x="1256491" y="3642"/>
                  </a:lnTo>
                  <a:lnTo>
                    <a:pt x="1260825" y="5437"/>
                  </a:lnTo>
                  <a:lnTo>
                    <a:pt x="1265158" y="7232"/>
                  </a:lnTo>
                  <a:lnTo>
                    <a:pt x="1292885" y="31748"/>
                  </a:lnTo>
                  <a:lnTo>
                    <a:pt x="1295491" y="35649"/>
                  </a:lnTo>
                  <a:lnTo>
                    <a:pt x="1304924" y="66746"/>
                  </a:lnTo>
                  <a:lnTo>
                    <a:pt x="1304924" y="71437"/>
                  </a:lnTo>
                  <a:lnTo>
                    <a:pt x="1304924" y="966787"/>
                  </a:lnTo>
                  <a:lnTo>
                    <a:pt x="1304924" y="971478"/>
                  </a:lnTo>
                  <a:lnTo>
                    <a:pt x="1304467" y="976123"/>
                  </a:lnTo>
                  <a:lnTo>
                    <a:pt x="1292885" y="1006475"/>
                  </a:lnTo>
                  <a:lnTo>
                    <a:pt x="1290279" y="1010375"/>
                  </a:lnTo>
                  <a:lnTo>
                    <a:pt x="1287317" y="1013984"/>
                  </a:lnTo>
                  <a:lnTo>
                    <a:pt x="1284001" y="1017301"/>
                  </a:lnTo>
                  <a:lnTo>
                    <a:pt x="1280684" y="1020618"/>
                  </a:lnTo>
                  <a:lnTo>
                    <a:pt x="1277075" y="1023579"/>
                  </a:lnTo>
                  <a:lnTo>
                    <a:pt x="1273175" y="1026185"/>
                  </a:lnTo>
                  <a:lnTo>
                    <a:pt x="1269275" y="1028791"/>
                  </a:lnTo>
                  <a:lnTo>
                    <a:pt x="1233487" y="1038224"/>
                  </a:lnTo>
                  <a:lnTo>
                    <a:pt x="71437" y="1038224"/>
                  </a:lnTo>
                  <a:lnTo>
                    <a:pt x="44099" y="1032786"/>
                  </a:lnTo>
                  <a:lnTo>
                    <a:pt x="39765" y="1030991"/>
                  </a:lnTo>
                  <a:lnTo>
                    <a:pt x="35649" y="1028791"/>
                  </a:lnTo>
                  <a:lnTo>
                    <a:pt x="31748" y="1026185"/>
                  </a:lnTo>
                  <a:lnTo>
                    <a:pt x="27848" y="1023579"/>
                  </a:lnTo>
                  <a:lnTo>
                    <a:pt x="24240" y="1020618"/>
                  </a:lnTo>
                  <a:lnTo>
                    <a:pt x="20923" y="1017301"/>
                  </a:lnTo>
                  <a:lnTo>
                    <a:pt x="17606" y="1013984"/>
                  </a:lnTo>
                  <a:lnTo>
                    <a:pt x="1372" y="980724"/>
                  </a:lnTo>
                  <a:lnTo>
                    <a:pt x="457" y="976123"/>
                  </a:lnTo>
                  <a:lnTo>
                    <a:pt x="0" y="971478"/>
                  </a:lnTo>
                  <a:lnTo>
                    <a:pt x="0" y="966787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47"/>
          <p:cNvSpPr txBox="1"/>
          <p:nvPr/>
        </p:nvSpPr>
        <p:spPr>
          <a:xfrm>
            <a:off x="10260757" y="4155935"/>
            <a:ext cx="1024255" cy="729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14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450">
              <a:latin typeface="Arial"/>
              <a:cs typeface="Arial"/>
            </a:endParaRPr>
          </a:p>
          <a:p>
            <a:pPr marL="12700" marR="5080" algn="ctr">
              <a:lnSpc>
                <a:spcPct val="108700"/>
              </a:lnSpc>
              <a:spcBef>
                <a:spcPts val="765"/>
              </a:spcBef>
            </a:pPr>
            <a:r>
              <a:rPr sz="1150" spc="-25" dirty="0">
                <a:solidFill>
                  <a:srgbClr val="D8B4FE"/>
                </a:solidFill>
                <a:latin typeface="Microsoft Sans Serif"/>
                <a:cs typeface="Microsoft Sans Serif"/>
              </a:rPr>
              <a:t>Final</a:t>
            </a:r>
            <a:r>
              <a:rPr sz="1150" spc="-50" dirty="0">
                <a:solidFill>
                  <a:srgbClr val="D8B4FE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D8B4FE"/>
                </a:solidFill>
                <a:latin typeface="Microsoft Sans Serif"/>
                <a:cs typeface="Microsoft Sans Serif"/>
              </a:rPr>
              <a:t>Evaluation </a:t>
            </a:r>
            <a:r>
              <a:rPr sz="1150" spc="-75" dirty="0">
                <a:solidFill>
                  <a:srgbClr val="D8B4FE"/>
                </a:solidFill>
                <a:latin typeface="Comic Sans MS"/>
                <a:cs typeface="Comic Sans MS"/>
              </a:rPr>
              <a:t>&amp;</a:t>
            </a:r>
            <a:r>
              <a:rPr sz="1150" spc="-60" dirty="0">
                <a:solidFill>
                  <a:srgbClr val="D8B4FE"/>
                </a:solidFill>
                <a:latin typeface="Comic Sans MS"/>
                <a:cs typeface="Comic Sans MS"/>
              </a:rPr>
              <a:t> </a:t>
            </a:r>
            <a:r>
              <a:rPr sz="1150" spc="-25" dirty="0">
                <a:solidFill>
                  <a:srgbClr val="D8B4FE"/>
                </a:solidFill>
                <a:latin typeface="Microsoft Sans Serif"/>
                <a:cs typeface="Microsoft Sans Serif"/>
              </a:rPr>
              <a:t>CTF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54" name="Picture 53" descr="Two men standing in front of a green wall&#10;&#10;AI-generated content may be incorrect.">
            <a:extLst>
              <a:ext uri="{FF2B5EF4-FFF2-40B4-BE49-F238E27FC236}">
                <a16:creationId xmlns:a16="http://schemas.microsoft.com/office/drawing/2014/main" id="{27513A97-EED6-BB35-8CC4-F3596CBD54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150" y="1117168"/>
            <a:ext cx="2656962" cy="1998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6" name="Picture 55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E1131DC2-21BE-EEC1-A709-8946FA94DAE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958" y="1122640"/>
            <a:ext cx="2656961" cy="20053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7927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D97AE-9264-1F0A-D1F1-0E0572C8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7CF8623-AC9D-3765-D829-8C7BA8419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91D56-35A1-5919-9CB6-4B2A4E26B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4A942E-A1BD-E092-BBE5-618EC15B2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AE722A-FA96-CEC3-8528-4DE376AF1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0A5DD9A0-A3CB-F8E5-9D36-329C1483A18A}"/>
              </a:ext>
            </a:extLst>
          </p:cNvPr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651BD90A-051B-DFE7-9B43-C43E159B7ED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97E5BFDB-27CE-BF9E-1609-FDFB5521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0160" y="161376"/>
            <a:ext cx="7211680" cy="540667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6BD68401-A527-2EA6-85E4-089C0ECDCB21}"/>
              </a:ext>
            </a:extLst>
          </p:cNvPr>
          <p:cNvSpPr txBox="1">
            <a:spLocks/>
          </p:cNvSpPr>
          <p:nvPr/>
        </p:nvSpPr>
        <p:spPr>
          <a:xfrm>
            <a:off x="2490160" y="178949"/>
            <a:ext cx="7145325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 dirty="0">
                <a:solidFill>
                  <a:srgbClr val="FFFF00"/>
                </a:solidFill>
              </a:rPr>
              <a:t>Awareness &amp; Knowledge Sessions:- </a:t>
            </a:r>
          </a:p>
        </p:txBody>
      </p:sp>
      <p:grpSp>
        <p:nvGrpSpPr>
          <p:cNvPr id="3" name="object 2"/>
          <p:cNvGrpSpPr/>
          <p:nvPr/>
        </p:nvGrpSpPr>
        <p:grpSpPr>
          <a:xfrm>
            <a:off x="1742622" y="1044160"/>
            <a:ext cx="9744075" cy="1076325"/>
            <a:chOff x="1223962" y="1500187"/>
            <a:chExt cx="9744075" cy="1076325"/>
          </a:xfrm>
        </p:grpSpPr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8724" y="1504950"/>
              <a:ext cx="9734549" cy="1066799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1223962" y="1500187"/>
              <a:ext cx="9744075" cy="1076325"/>
            </a:xfrm>
            <a:custGeom>
              <a:avLst/>
              <a:gdLst/>
              <a:ahLst/>
              <a:cxnLst/>
              <a:rect l="l" t="t" r="r" b="b"/>
              <a:pathLst>
                <a:path w="9744075" h="1076325">
                  <a:moveTo>
                    <a:pt x="0" y="100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672636" y="0"/>
                  </a:lnTo>
                  <a:lnTo>
                    <a:pt x="9677326" y="0"/>
                  </a:lnTo>
                  <a:lnTo>
                    <a:pt x="9681972" y="457"/>
                  </a:lnTo>
                  <a:lnTo>
                    <a:pt x="9686572" y="1372"/>
                  </a:lnTo>
                  <a:lnTo>
                    <a:pt x="9691173" y="2287"/>
                  </a:lnTo>
                  <a:lnTo>
                    <a:pt x="9695640" y="3642"/>
                  </a:lnTo>
                  <a:lnTo>
                    <a:pt x="9699973" y="5437"/>
                  </a:lnTo>
                  <a:lnTo>
                    <a:pt x="9704306" y="7232"/>
                  </a:lnTo>
                  <a:lnTo>
                    <a:pt x="9723149" y="20923"/>
                  </a:lnTo>
                  <a:lnTo>
                    <a:pt x="9726466" y="24240"/>
                  </a:lnTo>
                  <a:lnTo>
                    <a:pt x="9742701" y="57500"/>
                  </a:lnTo>
                  <a:lnTo>
                    <a:pt x="9743616" y="62101"/>
                  </a:lnTo>
                  <a:lnTo>
                    <a:pt x="9744074" y="66746"/>
                  </a:lnTo>
                  <a:lnTo>
                    <a:pt x="9744074" y="71437"/>
                  </a:lnTo>
                  <a:lnTo>
                    <a:pt x="9744074" y="1004887"/>
                  </a:lnTo>
                  <a:lnTo>
                    <a:pt x="9744074" y="1009578"/>
                  </a:lnTo>
                  <a:lnTo>
                    <a:pt x="9743616" y="1014223"/>
                  </a:lnTo>
                  <a:lnTo>
                    <a:pt x="9742701" y="1018824"/>
                  </a:lnTo>
                  <a:lnTo>
                    <a:pt x="9741785" y="1023424"/>
                  </a:lnTo>
                  <a:lnTo>
                    <a:pt x="9719833" y="1058718"/>
                  </a:lnTo>
                  <a:lnTo>
                    <a:pt x="9699973" y="1070886"/>
                  </a:lnTo>
                  <a:lnTo>
                    <a:pt x="9695640" y="1072681"/>
                  </a:lnTo>
                  <a:lnTo>
                    <a:pt x="9691173" y="1074037"/>
                  </a:lnTo>
                  <a:lnTo>
                    <a:pt x="9686572" y="1074952"/>
                  </a:lnTo>
                  <a:lnTo>
                    <a:pt x="9681972" y="1075867"/>
                  </a:lnTo>
                  <a:lnTo>
                    <a:pt x="9677326" y="1076324"/>
                  </a:lnTo>
                  <a:lnTo>
                    <a:pt x="9672636" y="1076324"/>
                  </a:lnTo>
                  <a:lnTo>
                    <a:pt x="71437" y="1076324"/>
                  </a:lnTo>
                  <a:lnTo>
                    <a:pt x="44099" y="1070886"/>
                  </a:lnTo>
                  <a:lnTo>
                    <a:pt x="39765" y="1069091"/>
                  </a:lnTo>
                  <a:lnTo>
                    <a:pt x="35649" y="1066891"/>
                  </a:lnTo>
                  <a:lnTo>
                    <a:pt x="31748" y="1064285"/>
                  </a:lnTo>
                  <a:lnTo>
                    <a:pt x="27848" y="1061679"/>
                  </a:lnTo>
                  <a:lnTo>
                    <a:pt x="5437" y="1032225"/>
                  </a:lnTo>
                  <a:lnTo>
                    <a:pt x="3642" y="1027891"/>
                  </a:lnTo>
                  <a:lnTo>
                    <a:pt x="2287" y="1023424"/>
                  </a:lnTo>
                  <a:lnTo>
                    <a:pt x="1372" y="1018824"/>
                  </a:lnTo>
                  <a:lnTo>
                    <a:pt x="457" y="1014223"/>
                  </a:lnTo>
                  <a:lnTo>
                    <a:pt x="0" y="1009578"/>
                  </a:lnTo>
                  <a:lnTo>
                    <a:pt x="0" y="10048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7324" y="1733550"/>
              <a:ext cx="609599" cy="609599"/>
            </a:xfrm>
            <a:prstGeom prst="rect">
              <a:avLst/>
            </a:prstGeom>
          </p:spPr>
        </p:pic>
        <p:pic>
          <p:nvPicPr>
            <p:cNvPr id="10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6875" y="1936750"/>
              <a:ext cx="190500" cy="193675"/>
            </a:xfrm>
            <a:prstGeom prst="rect">
              <a:avLst/>
            </a:prstGeom>
          </p:spPr>
        </p:pic>
      </p:grpSp>
      <p:sp>
        <p:nvSpPr>
          <p:cNvPr id="14" name="object 10"/>
          <p:cNvSpPr txBox="1"/>
          <p:nvPr/>
        </p:nvSpPr>
        <p:spPr>
          <a:xfrm>
            <a:off x="2801485" y="1293398"/>
            <a:ext cx="466915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6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5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95" dirty="0">
                <a:solidFill>
                  <a:srgbClr val="FFFFFF"/>
                </a:solidFill>
                <a:latin typeface="Trebuchet MS"/>
                <a:cs typeface="Trebuchet MS"/>
              </a:rPr>
              <a:t>Laws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24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5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45" dirty="0">
                <a:solidFill>
                  <a:srgbClr val="FFFFFF"/>
                </a:solidFill>
                <a:latin typeface="Trebuchet MS"/>
                <a:cs typeface="Trebuchet MS"/>
              </a:rPr>
              <a:t>Act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45" dirty="0">
                <a:solidFill>
                  <a:srgbClr val="FFFFFF"/>
                </a:solidFill>
                <a:latin typeface="Trebuchet MS"/>
                <a:cs typeface="Trebuchet MS"/>
              </a:rPr>
              <a:t>2000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spc="70" dirty="0">
                <a:solidFill>
                  <a:srgbClr val="D0D5DA"/>
                </a:solidFill>
                <a:latin typeface="Trebuchet MS"/>
                <a:cs typeface="Trebuchet MS"/>
              </a:rPr>
              <a:t>Legal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D0D5DA"/>
                </a:solidFill>
                <a:latin typeface="Trebuchet MS"/>
                <a:cs typeface="Trebuchet MS"/>
              </a:rPr>
              <a:t>framework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regulatory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D0D5DA"/>
                </a:solidFill>
                <a:latin typeface="Trebuchet MS"/>
                <a:cs typeface="Trebuchet MS"/>
              </a:rPr>
              <a:t>compliance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in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D0D5DA"/>
                </a:solidFill>
                <a:latin typeface="Trebuchet MS"/>
                <a:cs typeface="Trebuchet MS"/>
              </a:rPr>
              <a:t>cybersecurity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16" name="object 11"/>
          <p:cNvGrpSpPr/>
          <p:nvPr/>
        </p:nvGrpSpPr>
        <p:grpSpPr>
          <a:xfrm>
            <a:off x="1737859" y="2353848"/>
            <a:ext cx="9753600" cy="1085850"/>
            <a:chOff x="1219199" y="2809875"/>
            <a:chExt cx="9753600" cy="1085850"/>
          </a:xfrm>
        </p:grpSpPr>
        <p:pic>
          <p:nvPicPr>
            <p:cNvPr id="17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8724" y="2819400"/>
              <a:ext cx="9734549" cy="1066799"/>
            </a:xfrm>
            <a:prstGeom prst="rect">
              <a:avLst/>
            </a:prstGeom>
          </p:spPr>
        </p:pic>
        <p:sp>
          <p:nvSpPr>
            <p:cNvPr id="18" name="object 13"/>
            <p:cNvSpPr/>
            <p:nvPr/>
          </p:nvSpPr>
          <p:spPr>
            <a:xfrm>
              <a:off x="1223962" y="2814637"/>
              <a:ext cx="9744075" cy="1076325"/>
            </a:xfrm>
            <a:custGeom>
              <a:avLst/>
              <a:gdLst/>
              <a:ahLst/>
              <a:cxnLst/>
              <a:rect l="l" t="t" r="r" b="b"/>
              <a:pathLst>
                <a:path w="9744075" h="1076325">
                  <a:moveTo>
                    <a:pt x="0" y="100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672636" y="0"/>
                  </a:lnTo>
                  <a:lnTo>
                    <a:pt x="9677326" y="0"/>
                  </a:lnTo>
                  <a:lnTo>
                    <a:pt x="9681972" y="457"/>
                  </a:lnTo>
                  <a:lnTo>
                    <a:pt x="9686572" y="1372"/>
                  </a:lnTo>
                  <a:lnTo>
                    <a:pt x="9691173" y="2287"/>
                  </a:lnTo>
                  <a:lnTo>
                    <a:pt x="9695640" y="3642"/>
                  </a:lnTo>
                  <a:lnTo>
                    <a:pt x="9699973" y="5437"/>
                  </a:lnTo>
                  <a:lnTo>
                    <a:pt x="9704306" y="7232"/>
                  </a:lnTo>
                  <a:lnTo>
                    <a:pt x="9723149" y="20923"/>
                  </a:lnTo>
                  <a:lnTo>
                    <a:pt x="9726466" y="24240"/>
                  </a:lnTo>
                  <a:lnTo>
                    <a:pt x="9742701" y="57500"/>
                  </a:lnTo>
                  <a:lnTo>
                    <a:pt x="9743616" y="62101"/>
                  </a:lnTo>
                  <a:lnTo>
                    <a:pt x="9744074" y="66746"/>
                  </a:lnTo>
                  <a:lnTo>
                    <a:pt x="9744074" y="71437"/>
                  </a:lnTo>
                  <a:lnTo>
                    <a:pt x="9744074" y="1004887"/>
                  </a:lnTo>
                  <a:lnTo>
                    <a:pt x="9744074" y="1009578"/>
                  </a:lnTo>
                  <a:lnTo>
                    <a:pt x="9743616" y="1014223"/>
                  </a:lnTo>
                  <a:lnTo>
                    <a:pt x="9742701" y="1018824"/>
                  </a:lnTo>
                  <a:lnTo>
                    <a:pt x="9741785" y="1023424"/>
                  </a:lnTo>
                  <a:lnTo>
                    <a:pt x="9719833" y="1058718"/>
                  </a:lnTo>
                  <a:lnTo>
                    <a:pt x="9699973" y="1070886"/>
                  </a:lnTo>
                  <a:lnTo>
                    <a:pt x="9695640" y="1072681"/>
                  </a:lnTo>
                  <a:lnTo>
                    <a:pt x="9691173" y="1074037"/>
                  </a:lnTo>
                  <a:lnTo>
                    <a:pt x="9686572" y="1074952"/>
                  </a:lnTo>
                  <a:lnTo>
                    <a:pt x="9681972" y="1075867"/>
                  </a:lnTo>
                  <a:lnTo>
                    <a:pt x="9677326" y="1076324"/>
                  </a:lnTo>
                  <a:lnTo>
                    <a:pt x="9672636" y="1076324"/>
                  </a:lnTo>
                  <a:lnTo>
                    <a:pt x="71437" y="1076324"/>
                  </a:lnTo>
                  <a:lnTo>
                    <a:pt x="44099" y="1070886"/>
                  </a:lnTo>
                  <a:lnTo>
                    <a:pt x="39765" y="1069091"/>
                  </a:lnTo>
                  <a:lnTo>
                    <a:pt x="35649" y="1066891"/>
                  </a:lnTo>
                  <a:lnTo>
                    <a:pt x="31748" y="1064285"/>
                  </a:lnTo>
                  <a:lnTo>
                    <a:pt x="27848" y="1061679"/>
                  </a:lnTo>
                  <a:lnTo>
                    <a:pt x="5437" y="1032225"/>
                  </a:lnTo>
                  <a:lnTo>
                    <a:pt x="3642" y="1027891"/>
                  </a:lnTo>
                  <a:lnTo>
                    <a:pt x="2287" y="1023424"/>
                  </a:lnTo>
                  <a:lnTo>
                    <a:pt x="1372" y="1018824"/>
                  </a:lnTo>
                  <a:lnTo>
                    <a:pt x="457" y="1014223"/>
                  </a:lnTo>
                  <a:lnTo>
                    <a:pt x="0" y="1009578"/>
                  </a:lnTo>
                  <a:lnTo>
                    <a:pt x="0" y="10048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7324" y="3048000"/>
              <a:ext cx="609599" cy="609599"/>
            </a:xfrm>
            <a:prstGeom prst="rect">
              <a:avLst/>
            </a:prstGeom>
          </p:spPr>
        </p:pic>
        <p:pic>
          <p:nvPicPr>
            <p:cNvPr id="20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70049" y="3251199"/>
              <a:ext cx="184150" cy="193675"/>
            </a:xfrm>
            <a:prstGeom prst="rect">
              <a:avLst/>
            </a:prstGeom>
          </p:spPr>
        </p:pic>
      </p:grpSp>
      <p:sp>
        <p:nvSpPr>
          <p:cNvPr id="21" name="object 16"/>
          <p:cNvSpPr txBox="1"/>
          <p:nvPr/>
        </p:nvSpPr>
        <p:spPr>
          <a:xfrm>
            <a:off x="2801485" y="2607848"/>
            <a:ext cx="487680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6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80" dirty="0">
                <a:solidFill>
                  <a:srgbClr val="FFFFFF"/>
                </a:solidFill>
                <a:latin typeface="Trebuchet MS"/>
                <a:cs typeface="Trebuchet MS"/>
              </a:rPr>
              <a:t>Awareness</a:t>
            </a:r>
            <a:r>
              <a:rPr sz="15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24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5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40" dirty="0">
                <a:solidFill>
                  <a:srgbClr val="FFFFFF"/>
                </a:solidFill>
                <a:latin typeface="Trebuchet MS"/>
                <a:cs typeface="Trebuchet MS"/>
              </a:rPr>
              <a:t>Online</a:t>
            </a:r>
            <a:r>
              <a:rPr sz="15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65" dirty="0">
                <a:solidFill>
                  <a:srgbClr val="FFFFFF"/>
                </a:solidFill>
                <a:latin typeface="Trebuchet MS"/>
                <a:cs typeface="Trebuchet MS"/>
              </a:rPr>
              <a:t>Safety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Best</a:t>
            </a:r>
            <a:r>
              <a:rPr sz="120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practices</a:t>
            </a:r>
            <a:r>
              <a:rPr sz="120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20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secure</a:t>
            </a:r>
            <a:r>
              <a:rPr sz="120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digital</a:t>
            </a:r>
            <a:r>
              <a:rPr sz="120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behavior</a:t>
            </a:r>
            <a:r>
              <a:rPr sz="120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20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threat</a:t>
            </a:r>
            <a:r>
              <a:rPr sz="120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prevention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2" name="object 17"/>
          <p:cNvGrpSpPr/>
          <p:nvPr/>
        </p:nvGrpSpPr>
        <p:grpSpPr>
          <a:xfrm>
            <a:off x="1737859" y="3668298"/>
            <a:ext cx="9753600" cy="1085850"/>
            <a:chOff x="1219199" y="4124325"/>
            <a:chExt cx="9753600" cy="1085850"/>
          </a:xfrm>
        </p:grpSpPr>
        <p:pic>
          <p:nvPicPr>
            <p:cNvPr id="23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28724" y="4133849"/>
              <a:ext cx="9734549" cy="1066799"/>
            </a:xfrm>
            <a:prstGeom prst="rect">
              <a:avLst/>
            </a:prstGeom>
          </p:spPr>
        </p:pic>
        <p:sp>
          <p:nvSpPr>
            <p:cNvPr id="24" name="object 19"/>
            <p:cNvSpPr/>
            <p:nvPr/>
          </p:nvSpPr>
          <p:spPr>
            <a:xfrm>
              <a:off x="1223962" y="4129087"/>
              <a:ext cx="9744075" cy="1076325"/>
            </a:xfrm>
            <a:custGeom>
              <a:avLst/>
              <a:gdLst/>
              <a:ahLst/>
              <a:cxnLst/>
              <a:rect l="l" t="t" r="r" b="b"/>
              <a:pathLst>
                <a:path w="9744075" h="1076325">
                  <a:moveTo>
                    <a:pt x="0" y="100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672636" y="0"/>
                  </a:lnTo>
                  <a:lnTo>
                    <a:pt x="9677326" y="0"/>
                  </a:lnTo>
                  <a:lnTo>
                    <a:pt x="9681972" y="457"/>
                  </a:lnTo>
                  <a:lnTo>
                    <a:pt x="9686572" y="1372"/>
                  </a:lnTo>
                  <a:lnTo>
                    <a:pt x="9691173" y="2287"/>
                  </a:lnTo>
                  <a:lnTo>
                    <a:pt x="9695640" y="3642"/>
                  </a:lnTo>
                  <a:lnTo>
                    <a:pt x="9699973" y="5437"/>
                  </a:lnTo>
                  <a:lnTo>
                    <a:pt x="9704306" y="7232"/>
                  </a:lnTo>
                  <a:lnTo>
                    <a:pt x="9723149" y="20923"/>
                  </a:lnTo>
                  <a:lnTo>
                    <a:pt x="9726466" y="24240"/>
                  </a:lnTo>
                  <a:lnTo>
                    <a:pt x="9742701" y="57500"/>
                  </a:lnTo>
                  <a:lnTo>
                    <a:pt x="9743616" y="62101"/>
                  </a:lnTo>
                  <a:lnTo>
                    <a:pt x="9744074" y="66746"/>
                  </a:lnTo>
                  <a:lnTo>
                    <a:pt x="9744074" y="71437"/>
                  </a:lnTo>
                  <a:lnTo>
                    <a:pt x="9744074" y="1004887"/>
                  </a:lnTo>
                  <a:lnTo>
                    <a:pt x="9744074" y="1009578"/>
                  </a:lnTo>
                  <a:lnTo>
                    <a:pt x="9743616" y="1014223"/>
                  </a:lnTo>
                  <a:lnTo>
                    <a:pt x="9742701" y="1018824"/>
                  </a:lnTo>
                  <a:lnTo>
                    <a:pt x="9741785" y="1023424"/>
                  </a:lnTo>
                  <a:lnTo>
                    <a:pt x="9719833" y="1058718"/>
                  </a:lnTo>
                  <a:lnTo>
                    <a:pt x="9699973" y="1070886"/>
                  </a:lnTo>
                  <a:lnTo>
                    <a:pt x="9695640" y="1072681"/>
                  </a:lnTo>
                  <a:lnTo>
                    <a:pt x="9691173" y="1074037"/>
                  </a:lnTo>
                  <a:lnTo>
                    <a:pt x="9686572" y="1074952"/>
                  </a:lnTo>
                  <a:lnTo>
                    <a:pt x="9681972" y="1075867"/>
                  </a:lnTo>
                  <a:lnTo>
                    <a:pt x="9677326" y="1076324"/>
                  </a:lnTo>
                  <a:lnTo>
                    <a:pt x="9672636" y="1076324"/>
                  </a:lnTo>
                  <a:lnTo>
                    <a:pt x="71437" y="1076324"/>
                  </a:lnTo>
                  <a:lnTo>
                    <a:pt x="44099" y="1070886"/>
                  </a:lnTo>
                  <a:lnTo>
                    <a:pt x="39765" y="1069091"/>
                  </a:lnTo>
                  <a:lnTo>
                    <a:pt x="35649" y="1066891"/>
                  </a:lnTo>
                  <a:lnTo>
                    <a:pt x="31748" y="1064285"/>
                  </a:lnTo>
                  <a:lnTo>
                    <a:pt x="27848" y="1061679"/>
                  </a:lnTo>
                  <a:lnTo>
                    <a:pt x="5437" y="1032225"/>
                  </a:lnTo>
                  <a:lnTo>
                    <a:pt x="3642" y="1027891"/>
                  </a:lnTo>
                  <a:lnTo>
                    <a:pt x="2287" y="1023424"/>
                  </a:lnTo>
                  <a:lnTo>
                    <a:pt x="1372" y="1018824"/>
                  </a:lnTo>
                  <a:lnTo>
                    <a:pt x="457" y="1014223"/>
                  </a:lnTo>
                  <a:lnTo>
                    <a:pt x="0" y="1009578"/>
                  </a:lnTo>
                  <a:lnTo>
                    <a:pt x="0" y="10048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57324" y="4362449"/>
              <a:ext cx="609599" cy="609599"/>
            </a:xfrm>
            <a:prstGeom prst="rect">
              <a:avLst/>
            </a:prstGeom>
          </p:spPr>
        </p:pic>
        <p:pic>
          <p:nvPicPr>
            <p:cNvPr id="26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54968" y="4578349"/>
              <a:ext cx="215900" cy="168275"/>
            </a:xfrm>
            <a:prstGeom prst="rect">
              <a:avLst/>
            </a:prstGeom>
          </p:spPr>
        </p:pic>
      </p:grpSp>
      <p:sp>
        <p:nvSpPr>
          <p:cNvPr id="27" name="object 22"/>
          <p:cNvSpPr txBox="1"/>
          <p:nvPr/>
        </p:nvSpPr>
        <p:spPr>
          <a:xfrm>
            <a:off x="2801485" y="3922298"/>
            <a:ext cx="470217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225" dirty="0">
                <a:solidFill>
                  <a:srgbClr val="FFFFFF"/>
                </a:solidFill>
                <a:latin typeface="Trebuchet MS"/>
                <a:cs typeface="Trebuchet MS"/>
              </a:rPr>
              <a:t>Drugs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24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6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FFFFFF"/>
                </a:solidFill>
                <a:latin typeface="Trebuchet MS"/>
                <a:cs typeface="Trebuchet MS"/>
              </a:rPr>
              <a:t>Helpline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90" dirty="0">
                <a:solidFill>
                  <a:srgbClr val="FFFFFF"/>
                </a:solidFill>
                <a:latin typeface="Trebuchet MS"/>
                <a:cs typeface="Trebuchet MS"/>
              </a:rPr>
              <a:t>Case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85" dirty="0">
                <a:solidFill>
                  <a:srgbClr val="FFFFFF"/>
                </a:solidFill>
                <a:latin typeface="Trebuchet MS"/>
                <a:cs typeface="Trebuchet MS"/>
              </a:rPr>
              <a:t>Study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Real-world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analysis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of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D0D5DA"/>
                </a:solidFill>
                <a:latin typeface="Trebuchet MS"/>
                <a:cs typeface="Trebuchet MS"/>
              </a:rPr>
              <a:t>drug-</a:t>
            </a: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related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cybercrime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D0D5DA"/>
                </a:solidFill>
                <a:latin typeface="Trebuchet MS"/>
                <a:cs typeface="Trebuchet MS"/>
              </a:rPr>
              <a:t>investigations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8" name="object 23"/>
          <p:cNvGrpSpPr/>
          <p:nvPr/>
        </p:nvGrpSpPr>
        <p:grpSpPr>
          <a:xfrm>
            <a:off x="1737859" y="4982748"/>
            <a:ext cx="9753600" cy="1085850"/>
            <a:chOff x="1219199" y="5438775"/>
            <a:chExt cx="9753600" cy="1085850"/>
          </a:xfrm>
        </p:grpSpPr>
        <p:pic>
          <p:nvPicPr>
            <p:cNvPr id="29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28724" y="5448299"/>
              <a:ext cx="9734549" cy="1066799"/>
            </a:xfrm>
            <a:prstGeom prst="rect">
              <a:avLst/>
            </a:prstGeom>
          </p:spPr>
        </p:pic>
        <p:sp>
          <p:nvSpPr>
            <p:cNvPr id="30" name="object 25"/>
            <p:cNvSpPr/>
            <p:nvPr/>
          </p:nvSpPr>
          <p:spPr>
            <a:xfrm>
              <a:off x="1223962" y="5443537"/>
              <a:ext cx="9744075" cy="1076325"/>
            </a:xfrm>
            <a:custGeom>
              <a:avLst/>
              <a:gdLst/>
              <a:ahLst/>
              <a:cxnLst/>
              <a:rect l="l" t="t" r="r" b="b"/>
              <a:pathLst>
                <a:path w="9744075" h="1076325">
                  <a:moveTo>
                    <a:pt x="0" y="100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672636" y="0"/>
                  </a:lnTo>
                  <a:lnTo>
                    <a:pt x="9677326" y="0"/>
                  </a:lnTo>
                  <a:lnTo>
                    <a:pt x="9681972" y="457"/>
                  </a:lnTo>
                  <a:lnTo>
                    <a:pt x="9686572" y="1372"/>
                  </a:lnTo>
                  <a:lnTo>
                    <a:pt x="9691173" y="2287"/>
                  </a:lnTo>
                  <a:lnTo>
                    <a:pt x="9695640" y="3642"/>
                  </a:lnTo>
                  <a:lnTo>
                    <a:pt x="9699973" y="5437"/>
                  </a:lnTo>
                  <a:lnTo>
                    <a:pt x="9704306" y="7232"/>
                  </a:lnTo>
                  <a:lnTo>
                    <a:pt x="9723149" y="20923"/>
                  </a:lnTo>
                  <a:lnTo>
                    <a:pt x="9726466" y="24240"/>
                  </a:lnTo>
                  <a:lnTo>
                    <a:pt x="9742701" y="57500"/>
                  </a:lnTo>
                  <a:lnTo>
                    <a:pt x="9743616" y="62101"/>
                  </a:lnTo>
                  <a:lnTo>
                    <a:pt x="9744074" y="66746"/>
                  </a:lnTo>
                  <a:lnTo>
                    <a:pt x="9744074" y="71437"/>
                  </a:lnTo>
                  <a:lnTo>
                    <a:pt x="9744074" y="1004887"/>
                  </a:lnTo>
                  <a:lnTo>
                    <a:pt x="9744074" y="1009578"/>
                  </a:lnTo>
                  <a:lnTo>
                    <a:pt x="9743616" y="1014223"/>
                  </a:lnTo>
                  <a:lnTo>
                    <a:pt x="9742701" y="1018824"/>
                  </a:lnTo>
                  <a:lnTo>
                    <a:pt x="9741785" y="1023424"/>
                  </a:lnTo>
                  <a:lnTo>
                    <a:pt x="9719833" y="1058718"/>
                  </a:lnTo>
                  <a:lnTo>
                    <a:pt x="9699973" y="1070886"/>
                  </a:lnTo>
                  <a:lnTo>
                    <a:pt x="9695640" y="1072681"/>
                  </a:lnTo>
                  <a:lnTo>
                    <a:pt x="9691173" y="1074037"/>
                  </a:lnTo>
                  <a:lnTo>
                    <a:pt x="9686572" y="1074952"/>
                  </a:lnTo>
                  <a:lnTo>
                    <a:pt x="9681972" y="1075867"/>
                  </a:lnTo>
                  <a:lnTo>
                    <a:pt x="9677326" y="1076324"/>
                  </a:lnTo>
                  <a:lnTo>
                    <a:pt x="9672636" y="1076324"/>
                  </a:lnTo>
                  <a:lnTo>
                    <a:pt x="71437" y="1076324"/>
                  </a:lnTo>
                  <a:lnTo>
                    <a:pt x="44099" y="1070886"/>
                  </a:lnTo>
                  <a:lnTo>
                    <a:pt x="39765" y="1069091"/>
                  </a:lnTo>
                  <a:lnTo>
                    <a:pt x="35649" y="1066891"/>
                  </a:lnTo>
                  <a:lnTo>
                    <a:pt x="31748" y="1064285"/>
                  </a:lnTo>
                  <a:lnTo>
                    <a:pt x="27848" y="1061679"/>
                  </a:lnTo>
                  <a:lnTo>
                    <a:pt x="5437" y="1032225"/>
                  </a:lnTo>
                  <a:lnTo>
                    <a:pt x="3642" y="1027891"/>
                  </a:lnTo>
                  <a:lnTo>
                    <a:pt x="2287" y="1023424"/>
                  </a:lnTo>
                  <a:lnTo>
                    <a:pt x="1372" y="1018824"/>
                  </a:lnTo>
                  <a:lnTo>
                    <a:pt x="457" y="1014223"/>
                  </a:lnTo>
                  <a:lnTo>
                    <a:pt x="0" y="1009578"/>
                  </a:lnTo>
                  <a:lnTo>
                    <a:pt x="0" y="10048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57324" y="5676899"/>
              <a:ext cx="609599" cy="609599"/>
            </a:xfrm>
            <a:prstGeom prst="rect">
              <a:avLst/>
            </a:prstGeom>
          </p:spPr>
        </p:pic>
        <p:pic>
          <p:nvPicPr>
            <p:cNvPr id="32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78781" y="5880099"/>
              <a:ext cx="168275" cy="193675"/>
            </a:xfrm>
            <a:prstGeom prst="rect">
              <a:avLst/>
            </a:prstGeom>
          </p:spPr>
        </p:pic>
      </p:grpSp>
      <p:sp>
        <p:nvSpPr>
          <p:cNvPr id="33" name="object 28"/>
          <p:cNvSpPr txBox="1"/>
          <p:nvPr/>
        </p:nvSpPr>
        <p:spPr>
          <a:xfrm>
            <a:off x="2801485" y="5236748"/>
            <a:ext cx="507682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65" dirty="0">
                <a:solidFill>
                  <a:srgbClr val="FFFFFF"/>
                </a:solidFill>
                <a:latin typeface="Trebuchet MS"/>
                <a:cs typeface="Trebuchet MS"/>
              </a:rPr>
              <a:t>Real</a:t>
            </a:r>
            <a:r>
              <a:rPr sz="15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90" dirty="0">
                <a:solidFill>
                  <a:srgbClr val="FFFFFF"/>
                </a:solidFill>
                <a:latin typeface="Trebuchet MS"/>
                <a:cs typeface="Trebuchet MS"/>
              </a:rPr>
              <a:t>Case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70" dirty="0">
                <a:solidFill>
                  <a:srgbClr val="FFFFFF"/>
                </a:solidFill>
                <a:latin typeface="Trebuchet MS"/>
                <a:cs typeface="Trebuchet MS"/>
              </a:rPr>
              <a:t>Study: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95" dirty="0">
                <a:solidFill>
                  <a:srgbClr val="FFFFFF"/>
                </a:solidFill>
                <a:latin typeface="Trebuchet MS"/>
                <a:cs typeface="Trebuchet MS"/>
              </a:rPr>
              <a:t>Mule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55" dirty="0">
                <a:solidFill>
                  <a:srgbClr val="FFFFFF"/>
                </a:solidFill>
                <a:latin typeface="Trebuchet MS"/>
                <a:cs typeface="Trebuchet MS"/>
              </a:rPr>
              <a:t>Accounts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Investigation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techniques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D0D5DA"/>
                </a:solidFill>
                <a:latin typeface="Trebuchet MS"/>
                <a:cs typeface="Trebuchet MS"/>
              </a:rPr>
              <a:t>financial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D0D5DA"/>
                </a:solidFill>
                <a:latin typeface="Trebuchet MS"/>
                <a:cs typeface="Trebuchet MS"/>
              </a:rPr>
              <a:t>fraud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10" dirty="0">
                <a:solidFill>
                  <a:srgbClr val="D0D5DA"/>
                </a:solidFill>
                <a:latin typeface="Trebuchet MS"/>
                <a:cs typeface="Trebuchet MS"/>
              </a:rPr>
              <a:t>money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laundering</a:t>
            </a:r>
            <a:endParaRPr sz="12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8409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B7682B-90C4-8F3F-AAC0-484B7054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1D80415-421C-8FB8-3A81-DE49ECF3A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232F88-7C54-2A78-D807-6AC9FF00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1F26F1-E64C-A51A-C6DA-80B6E58DB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1C0D7E-CB2C-D7E8-6043-227628F14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912A7724-F551-D151-99C5-C52BCC6130EA}"/>
              </a:ext>
            </a:extLst>
          </p:cNvPr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ACFCFB9D-11E5-7C86-FB89-6491BFDD2A2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A4C6271E-2133-6773-1EA3-B89213DBF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0160" y="161376"/>
            <a:ext cx="7211680" cy="540667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B68AF72F-8D73-51B2-4E52-BDB05E3C19AC}"/>
              </a:ext>
            </a:extLst>
          </p:cNvPr>
          <p:cNvSpPr txBox="1">
            <a:spLocks/>
          </p:cNvSpPr>
          <p:nvPr/>
        </p:nvSpPr>
        <p:spPr>
          <a:xfrm>
            <a:off x="2490160" y="178949"/>
            <a:ext cx="7145325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 dirty="0">
                <a:solidFill>
                  <a:srgbClr val="FFFF00"/>
                </a:solidFill>
              </a:rPr>
              <a:t>Awareness &amp; Knowledge Sessions:- </a:t>
            </a:r>
          </a:p>
        </p:txBody>
      </p:sp>
      <p:grpSp>
        <p:nvGrpSpPr>
          <p:cNvPr id="29" name="object 29"/>
          <p:cNvGrpSpPr/>
          <p:nvPr/>
        </p:nvGrpSpPr>
        <p:grpSpPr>
          <a:xfrm>
            <a:off x="1548582" y="1696921"/>
            <a:ext cx="9753600" cy="1085850"/>
            <a:chOff x="1219199" y="6753225"/>
            <a:chExt cx="9753600" cy="1085850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8724" y="6762750"/>
              <a:ext cx="9734549" cy="106679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223962" y="6757987"/>
              <a:ext cx="9744075" cy="1076325"/>
            </a:xfrm>
            <a:custGeom>
              <a:avLst/>
              <a:gdLst/>
              <a:ahLst/>
              <a:cxnLst/>
              <a:rect l="l" t="t" r="r" b="b"/>
              <a:pathLst>
                <a:path w="9744075" h="1076325">
                  <a:moveTo>
                    <a:pt x="0" y="100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672636" y="0"/>
                  </a:lnTo>
                  <a:lnTo>
                    <a:pt x="9677326" y="0"/>
                  </a:lnTo>
                  <a:lnTo>
                    <a:pt x="9681972" y="457"/>
                  </a:lnTo>
                  <a:lnTo>
                    <a:pt x="9686572" y="1372"/>
                  </a:lnTo>
                  <a:lnTo>
                    <a:pt x="9691173" y="2287"/>
                  </a:lnTo>
                  <a:lnTo>
                    <a:pt x="9695640" y="3642"/>
                  </a:lnTo>
                  <a:lnTo>
                    <a:pt x="9699973" y="5437"/>
                  </a:lnTo>
                  <a:lnTo>
                    <a:pt x="9704306" y="7232"/>
                  </a:lnTo>
                  <a:lnTo>
                    <a:pt x="9723149" y="20923"/>
                  </a:lnTo>
                  <a:lnTo>
                    <a:pt x="9726466" y="24240"/>
                  </a:lnTo>
                  <a:lnTo>
                    <a:pt x="9742701" y="57500"/>
                  </a:lnTo>
                  <a:lnTo>
                    <a:pt x="9743616" y="62101"/>
                  </a:lnTo>
                  <a:lnTo>
                    <a:pt x="9744074" y="66746"/>
                  </a:lnTo>
                  <a:lnTo>
                    <a:pt x="9744074" y="71437"/>
                  </a:lnTo>
                  <a:lnTo>
                    <a:pt x="9744074" y="1004887"/>
                  </a:lnTo>
                  <a:lnTo>
                    <a:pt x="9744074" y="1009578"/>
                  </a:lnTo>
                  <a:lnTo>
                    <a:pt x="9743616" y="1014223"/>
                  </a:lnTo>
                  <a:lnTo>
                    <a:pt x="9742701" y="1018824"/>
                  </a:lnTo>
                  <a:lnTo>
                    <a:pt x="9741785" y="1023424"/>
                  </a:lnTo>
                  <a:lnTo>
                    <a:pt x="9719833" y="1058718"/>
                  </a:lnTo>
                  <a:lnTo>
                    <a:pt x="9699973" y="1070886"/>
                  </a:lnTo>
                  <a:lnTo>
                    <a:pt x="9695640" y="1072681"/>
                  </a:lnTo>
                  <a:lnTo>
                    <a:pt x="9691173" y="1074037"/>
                  </a:lnTo>
                  <a:lnTo>
                    <a:pt x="9686572" y="1074952"/>
                  </a:lnTo>
                  <a:lnTo>
                    <a:pt x="9681972" y="1075867"/>
                  </a:lnTo>
                  <a:lnTo>
                    <a:pt x="9677326" y="1076324"/>
                  </a:lnTo>
                  <a:lnTo>
                    <a:pt x="9672636" y="1076324"/>
                  </a:lnTo>
                  <a:lnTo>
                    <a:pt x="71437" y="1076324"/>
                  </a:lnTo>
                  <a:lnTo>
                    <a:pt x="44099" y="1070886"/>
                  </a:lnTo>
                  <a:lnTo>
                    <a:pt x="39765" y="1069091"/>
                  </a:lnTo>
                  <a:lnTo>
                    <a:pt x="35649" y="1066891"/>
                  </a:lnTo>
                  <a:lnTo>
                    <a:pt x="31748" y="1064285"/>
                  </a:lnTo>
                  <a:lnTo>
                    <a:pt x="27848" y="1061679"/>
                  </a:lnTo>
                  <a:lnTo>
                    <a:pt x="5437" y="1032225"/>
                  </a:lnTo>
                  <a:lnTo>
                    <a:pt x="3642" y="1027891"/>
                  </a:lnTo>
                  <a:lnTo>
                    <a:pt x="2287" y="1023424"/>
                  </a:lnTo>
                  <a:lnTo>
                    <a:pt x="1372" y="1018824"/>
                  </a:lnTo>
                  <a:lnTo>
                    <a:pt x="457" y="1014223"/>
                  </a:lnTo>
                  <a:lnTo>
                    <a:pt x="0" y="1009578"/>
                  </a:lnTo>
                  <a:lnTo>
                    <a:pt x="0" y="10048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7324" y="6991350"/>
              <a:ext cx="609599" cy="6095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3699" y="7207249"/>
              <a:ext cx="196850" cy="168275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2612208" y="1950921"/>
            <a:ext cx="499554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6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95" dirty="0">
                <a:solidFill>
                  <a:srgbClr val="FFFFFF"/>
                </a:solidFill>
                <a:latin typeface="Trebuchet MS"/>
                <a:cs typeface="Trebuchet MS"/>
              </a:rPr>
              <a:t>Harassment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24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60" dirty="0">
                <a:solidFill>
                  <a:srgbClr val="FFFFFF"/>
                </a:solidFill>
                <a:latin typeface="Trebuchet MS"/>
                <a:cs typeface="Trebuchet MS"/>
              </a:rPr>
              <a:t>Social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95" dirty="0">
                <a:solidFill>
                  <a:srgbClr val="FFFFFF"/>
                </a:solidFill>
                <a:latin typeface="Trebuchet MS"/>
                <a:cs typeface="Trebuchet MS"/>
              </a:rPr>
              <a:t>Media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55" dirty="0">
                <a:solidFill>
                  <a:srgbClr val="FFFFFF"/>
                </a:solidFill>
                <a:latin typeface="Trebuchet MS"/>
                <a:cs typeface="Trebuchet MS"/>
              </a:rPr>
              <a:t>Crimes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Digital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D0D5DA"/>
                </a:solidFill>
                <a:latin typeface="Trebuchet MS"/>
                <a:cs typeface="Trebuchet MS"/>
              </a:rPr>
              <a:t>forensics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D0D5DA"/>
                </a:solidFill>
                <a:latin typeface="Trebuchet MS"/>
                <a:cs typeface="Trebuchet MS"/>
              </a:rPr>
              <a:t>online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harassment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D0D5DA"/>
                </a:solidFill>
                <a:latin typeface="Trebuchet MS"/>
                <a:cs typeface="Trebuchet MS"/>
              </a:rPr>
              <a:t>social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platform 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abuse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548582" y="3011371"/>
            <a:ext cx="9753600" cy="1085850"/>
            <a:chOff x="1219199" y="8067675"/>
            <a:chExt cx="9753600" cy="1085850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8724" y="8077199"/>
              <a:ext cx="9734549" cy="10667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223962" y="8072437"/>
              <a:ext cx="9744075" cy="1076325"/>
            </a:xfrm>
            <a:custGeom>
              <a:avLst/>
              <a:gdLst/>
              <a:ahLst/>
              <a:cxnLst/>
              <a:rect l="l" t="t" r="r" b="b"/>
              <a:pathLst>
                <a:path w="9744075" h="1076325">
                  <a:moveTo>
                    <a:pt x="0" y="100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672636" y="0"/>
                  </a:lnTo>
                  <a:lnTo>
                    <a:pt x="9677326" y="0"/>
                  </a:lnTo>
                  <a:lnTo>
                    <a:pt x="9681972" y="457"/>
                  </a:lnTo>
                  <a:lnTo>
                    <a:pt x="9686572" y="1372"/>
                  </a:lnTo>
                  <a:lnTo>
                    <a:pt x="9691173" y="2287"/>
                  </a:lnTo>
                  <a:lnTo>
                    <a:pt x="9695640" y="3642"/>
                  </a:lnTo>
                  <a:lnTo>
                    <a:pt x="9699973" y="5437"/>
                  </a:lnTo>
                  <a:lnTo>
                    <a:pt x="9704306" y="7232"/>
                  </a:lnTo>
                  <a:lnTo>
                    <a:pt x="9723149" y="20923"/>
                  </a:lnTo>
                  <a:lnTo>
                    <a:pt x="9726466" y="24240"/>
                  </a:lnTo>
                  <a:lnTo>
                    <a:pt x="9742701" y="57500"/>
                  </a:lnTo>
                  <a:lnTo>
                    <a:pt x="9743616" y="62101"/>
                  </a:lnTo>
                  <a:lnTo>
                    <a:pt x="9744074" y="66746"/>
                  </a:lnTo>
                  <a:lnTo>
                    <a:pt x="9744074" y="71437"/>
                  </a:lnTo>
                  <a:lnTo>
                    <a:pt x="9744074" y="1004887"/>
                  </a:lnTo>
                  <a:lnTo>
                    <a:pt x="9744074" y="1009578"/>
                  </a:lnTo>
                  <a:lnTo>
                    <a:pt x="9743616" y="1014223"/>
                  </a:lnTo>
                  <a:lnTo>
                    <a:pt x="9742701" y="1018824"/>
                  </a:lnTo>
                  <a:lnTo>
                    <a:pt x="9741785" y="1023424"/>
                  </a:lnTo>
                  <a:lnTo>
                    <a:pt x="9719833" y="1058718"/>
                  </a:lnTo>
                  <a:lnTo>
                    <a:pt x="9699973" y="1070886"/>
                  </a:lnTo>
                  <a:lnTo>
                    <a:pt x="9695640" y="1072681"/>
                  </a:lnTo>
                  <a:lnTo>
                    <a:pt x="9691173" y="1074037"/>
                  </a:lnTo>
                  <a:lnTo>
                    <a:pt x="9686572" y="1074952"/>
                  </a:lnTo>
                  <a:lnTo>
                    <a:pt x="9681972" y="1075867"/>
                  </a:lnTo>
                  <a:lnTo>
                    <a:pt x="9677326" y="1076324"/>
                  </a:lnTo>
                  <a:lnTo>
                    <a:pt x="9672636" y="1076324"/>
                  </a:lnTo>
                  <a:lnTo>
                    <a:pt x="71437" y="1076324"/>
                  </a:lnTo>
                  <a:lnTo>
                    <a:pt x="44099" y="1070886"/>
                  </a:lnTo>
                  <a:lnTo>
                    <a:pt x="39765" y="1069091"/>
                  </a:lnTo>
                  <a:lnTo>
                    <a:pt x="35649" y="1066891"/>
                  </a:lnTo>
                  <a:lnTo>
                    <a:pt x="31748" y="1064285"/>
                  </a:lnTo>
                  <a:lnTo>
                    <a:pt x="27848" y="1061679"/>
                  </a:lnTo>
                  <a:lnTo>
                    <a:pt x="5437" y="1032225"/>
                  </a:lnTo>
                  <a:lnTo>
                    <a:pt x="3642" y="1027891"/>
                  </a:lnTo>
                  <a:lnTo>
                    <a:pt x="2287" y="1023424"/>
                  </a:lnTo>
                  <a:lnTo>
                    <a:pt x="1372" y="1018824"/>
                  </a:lnTo>
                  <a:lnTo>
                    <a:pt x="457" y="1014223"/>
                  </a:lnTo>
                  <a:lnTo>
                    <a:pt x="0" y="1009578"/>
                  </a:lnTo>
                  <a:lnTo>
                    <a:pt x="0" y="10048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7324" y="8305799"/>
              <a:ext cx="609599" cy="6095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43062" y="8508999"/>
              <a:ext cx="238125" cy="19367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612208" y="3265371"/>
            <a:ext cx="501142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75" dirty="0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15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215" dirty="0">
                <a:solidFill>
                  <a:srgbClr val="FFFFFF"/>
                </a:solidFill>
                <a:latin typeface="Trebuchet MS"/>
                <a:cs typeface="Trebuchet MS"/>
              </a:rPr>
              <a:t>vs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6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5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4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Artificial</a:t>
            </a:r>
            <a:r>
              <a:rPr sz="120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intelligence</a:t>
            </a:r>
            <a:r>
              <a:rPr sz="1200" spc="1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D0D5DA"/>
                </a:solidFill>
                <a:latin typeface="Trebuchet MS"/>
                <a:cs typeface="Trebuchet MS"/>
              </a:rPr>
              <a:t>applications</a:t>
            </a:r>
            <a:r>
              <a:rPr sz="1200" spc="1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in</a:t>
            </a:r>
            <a:r>
              <a:rPr sz="1200" spc="1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threat</a:t>
            </a:r>
            <a:r>
              <a:rPr sz="1200" spc="1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detection</a:t>
            </a:r>
            <a:r>
              <a:rPr sz="1200" spc="1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200" spc="1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D0D5DA"/>
                </a:solidFill>
                <a:latin typeface="Trebuchet MS"/>
                <a:cs typeface="Trebuchet MS"/>
              </a:rPr>
              <a:t>defense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548582" y="4325821"/>
            <a:ext cx="9753600" cy="1085850"/>
            <a:chOff x="1219199" y="9382125"/>
            <a:chExt cx="9753600" cy="1085850"/>
          </a:xfrm>
        </p:grpSpPr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28724" y="9391649"/>
              <a:ext cx="9734549" cy="106679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223962" y="9386887"/>
              <a:ext cx="9744075" cy="1076325"/>
            </a:xfrm>
            <a:custGeom>
              <a:avLst/>
              <a:gdLst/>
              <a:ahLst/>
              <a:cxnLst/>
              <a:rect l="l" t="t" r="r" b="b"/>
              <a:pathLst>
                <a:path w="9744075" h="1076325">
                  <a:moveTo>
                    <a:pt x="0" y="100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672636" y="0"/>
                  </a:lnTo>
                  <a:lnTo>
                    <a:pt x="9677326" y="0"/>
                  </a:lnTo>
                  <a:lnTo>
                    <a:pt x="9681972" y="457"/>
                  </a:lnTo>
                  <a:lnTo>
                    <a:pt x="9686572" y="1372"/>
                  </a:lnTo>
                  <a:lnTo>
                    <a:pt x="9691173" y="2287"/>
                  </a:lnTo>
                  <a:lnTo>
                    <a:pt x="9695640" y="3642"/>
                  </a:lnTo>
                  <a:lnTo>
                    <a:pt x="9699973" y="5437"/>
                  </a:lnTo>
                  <a:lnTo>
                    <a:pt x="9704306" y="7232"/>
                  </a:lnTo>
                  <a:lnTo>
                    <a:pt x="9723149" y="20923"/>
                  </a:lnTo>
                  <a:lnTo>
                    <a:pt x="9726466" y="24240"/>
                  </a:lnTo>
                  <a:lnTo>
                    <a:pt x="9742701" y="57500"/>
                  </a:lnTo>
                  <a:lnTo>
                    <a:pt x="9743616" y="62101"/>
                  </a:lnTo>
                  <a:lnTo>
                    <a:pt x="9744074" y="66746"/>
                  </a:lnTo>
                  <a:lnTo>
                    <a:pt x="9744074" y="71437"/>
                  </a:lnTo>
                  <a:lnTo>
                    <a:pt x="9744074" y="1004887"/>
                  </a:lnTo>
                  <a:lnTo>
                    <a:pt x="9744074" y="1009578"/>
                  </a:lnTo>
                  <a:lnTo>
                    <a:pt x="9743616" y="1014223"/>
                  </a:lnTo>
                  <a:lnTo>
                    <a:pt x="9742701" y="1018824"/>
                  </a:lnTo>
                  <a:lnTo>
                    <a:pt x="9741785" y="1023424"/>
                  </a:lnTo>
                  <a:lnTo>
                    <a:pt x="9719833" y="1058718"/>
                  </a:lnTo>
                  <a:lnTo>
                    <a:pt x="9699973" y="1070886"/>
                  </a:lnTo>
                  <a:lnTo>
                    <a:pt x="9695640" y="1072681"/>
                  </a:lnTo>
                  <a:lnTo>
                    <a:pt x="9691173" y="1074037"/>
                  </a:lnTo>
                  <a:lnTo>
                    <a:pt x="9686572" y="1074952"/>
                  </a:lnTo>
                  <a:lnTo>
                    <a:pt x="9681972" y="1075867"/>
                  </a:lnTo>
                  <a:lnTo>
                    <a:pt x="9677326" y="1076324"/>
                  </a:lnTo>
                  <a:lnTo>
                    <a:pt x="9672636" y="1076324"/>
                  </a:lnTo>
                  <a:lnTo>
                    <a:pt x="71437" y="1076324"/>
                  </a:lnTo>
                  <a:lnTo>
                    <a:pt x="44099" y="1070886"/>
                  </a:lnTo>
                  <a:lnTo>
                    <a:pt x="39765" y="1069091"/>
                  </a:lnTo>
                  <a:lnTo>
                    <a:pt x="35649" y="1066891"/>
                  </a:lnTo>
                  <a:lnTo>
                    <a:pt x="31748" y="1064285"/>
                  </a:lnTo>
                  <a:lnTo>
                    <a:pt x="27848" y="1061679"/>
                  </a:lnTo>
                  <a:lnTo>
                    <a:pt x="5437" y="1032225"/>
                  </a:lnTo>
                  <a:lnTo>
                    <a:pt x="3642" y="1027891"/>
                  </a:lnTo>
                  <a:lnTo>
                    <a:pt x="2287" y="1023424"/>
                  </a:lnTo>
                  <a:lnTo>
                    <a:pt x="1372" y="1018824"/>
                  </a:lnTo>
                  <a:lnTo>
                    <a:pt x="457" y="1014223"/>
                  </a:lnTo>
                  <a:lnTo>
                    <a:pt x="0" y="1009578"/>
                  </a:lnTo>
                  <a:lnTo>
                    <a:pt x="0" y="10048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57324" y="9620249"/>
              <a:ext cx="609599" cy="60959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6874" y="9836149"/>
              <a:ext cx="190500" cy="168275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2612208" y="4579821"/>
            <a:ext cx="533590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204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60" dirty="0">
                <a:solidFill>
                  <a:srgbClr val="FFFFFF"/>
                </a:solidFill>
                <a:latin typeface="Trebuchet MS"/>
                <a:cs typeface="Trebuchet MS"/>
              </a:rPr>
              <a:t>Recovery</a:t>
            </a:r>
            <a:r>
              <a:rPr sz="15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24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75" dirty="0">
                <a:solidFill>
                  <a:srgbClr val="FFFFFF"/>
                </a:solidFill>
                <a:latin typeface="Trebuchet MS"/>
                <a:cs typeface="Trebuchet MS"/>
              </a:rPr>
              <a:t>Advanced</a:t>
            </a:r>
            <a:r>
              <a:rPr sz="15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30" dirty="0">
                <a:solidFill>
                  <a:srgbClr val="FFFFFF"/>
                </a:solidFill>
                <a:latin typeface="Trebuchet MS"/>
                <a:cs typeface="Trebuchet MS"/>
              </a:rPr>
              <a:t>Collection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FFFFFF"/>
                </a:solidFill>
                <a:latin typeface="Trebuchet MS"/>
                <a:cs typeface="Trebuchet MS"/>
              </a:rPr>
              <a:t>Techniques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spc="60" dirty="0">
                <a:solidFill>
                  <a:srgbClr val="D0D5DA"/>
                </a:solidFill>
                <a:latin typeface="Trebuchet MS"/>
                <a:cs typeface="Trebuchet MS"/>
              </a:rPr>
              <a:t>Forensic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methods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evidence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preservation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extraction</a:t>
            </a:r>
            <a:endParaRPr sz="12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4564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3B124-D999-DAA6-8828-5C0100EF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AD21C0-9908-7BAE-1674-428AB52AB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2910F7-EA1A-3734-26BB-C3159E504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EB886B-0891-C698-C61E-EE5C8328F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EEF1E2-C864-A01F-816B-6C7B66FF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A9706CA9-FD15-6E14-8F89-EB176F82B8D6}"/>
              </a:ext>
            </a:extLst>
          </p:cNvPr>
          <p:cNvPicPr/>
          <p:nvPr/>
        </p:nvPicPr>
        <p:blipFill>
          <a:blip r:embed="rId3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A7D5E7AC-E1FF-A8C0-2073-BE4C4F86A33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656D60F9-425B-9D44-BC72-C8F984497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4816" y="216247"/>
            <a:ext cx="5091743" cy="513660"/>
          </a:xfrm>
          <a:prstGeom prst="rect">
            <a:avLst/>
          </a:prstGeom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FAD38B0C-661B-F4DA-C63D-3D22A1769C44}"/>
              </a:ext>
            </a:extLst>
          </p:cNvPr>
          <p:cNvSpPr txBox="1">
            <a:spLocks/>
          </p:cNvSpPr>
          <p:nvPr/>
        </p:nvSpPr>
        <p:spPr>
          <a:xfrm>
            <a:off x="1811742" y="160520"/>
            <a:ext cx="4890407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600" dirty="0">
                <a:solidFill>
                  <a:srgbClr val="FFFF00"/>
                </a:solidFill>
              </a:rPr>
              <a:t>Expert Mentorship:-</a:t>
            </a:r>
            <a:endParaRPr lang="en-IN" sz="3600" dirty="0">
              <a:solidFill>
                <a:srgbClr val="FFFF00"/>
              </a:solidFill>
            </a:endParaRPr>
          </a:p>
        </p:txBody>
      </p:sp>
      <p:grpSp>
        <p:nvGrpSpPr>
          <p:cNvPr id="53" name="object 7"/>
          <p:cNvGrpSpPr/>
          <p:nvPr/>
        </p:nvGrpSpPr>
        <p:grpSpPr>
          <a:xfrm>
            <a:off x="1584959" y="815131"/>
            <a:ext cx="5181600" cy="1676400"/>
            <a:chOff x="609599" y="1523999"/>
            <a:chExt cx="5181600" cy="1676400"/>
          </a:xfrm>
        </p:grpSpPr>
        <p:sp>
          <p:nvSpPr>
            <p:cNvPr id="54" name="object 10"/>
            <p:cNvSpPr/>
            <p:nvPr/>
          </p:nvSpPr>
          <p:spPr>
            <a:xfrm>
              <a:off x="609599" y="1523999"/>
              <a:ext cx="5181600" cy="1676400"/>
            </a:xfrm>
            <a:custGeom>
              <a:avLst/>
              <a:gdLst/>
              <a:ahLst/>
              <a:cxnLst/>
              <a:rect l="l" t="t" r="r" b="b"/>
              <a:pathLst>
                <a:path w="5181600" h="1676400">
                  <a:moveTo>
                    <a:pt x="5105399" y="1676399"/>
                  </a:moveTo>
                  <a:lnTo>
                    <a:pt x="76199" y="1676399"/>
                  </a:lnTo>
                  <a:lnTo>
                    <a:pt x="68693" y="1676037"/>
                  </a:lnTo>
                  <a:lnTo>
                    <a:pt x="27882" y="1659132"/>
                  </a:lnTo>
                  <a:lnTo>
                    <a:pt x="3262" y="1622286"/>
                  </a:lnTo>
                  <a:lnTo>
                    <a:pt x="0" y="16001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7741" y="12829"/>
                  </a:lnTo>
                  <a:lnTo>
                    <a:pt x="5175798" y="47039"/>
                  </a:lnTo>
                  <a:lnTo>
                    <a:pt x="5181599" y="76199"/>
                  </a:lnTo>
                  <a:lnTo>
                    <a:pt x="5181599" y="1600199"/>
                  </a:lnTo>
                  <a:lnTo>
                    <a:pt x="5168768" y="1642542"/>
                  </a:lnTo>
                  <a:lnTo>
                    <a:pt x="5134559" y="1670599"/>
                  </a:lnTo>
                  <a:lnTo>
                    <a:pt x="5105399" y="1676399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11"/>
            <p:cNvSpPr/>
            <p:nvPr/>
          </p:nvSpPr>
          <p:spPr>
            <a:xfrm>
              <a:off x="609599" y="1523999"/>
              <a:ext cx="5181600" cy="1676400"/>
            </a:xfrm>
            <a:custGeom>
              <a:avLst/>
              <a:gdLst/>
              <a:ahLst/>
              <a:cxnLst/>
              <a:rect l="l" t="t" r="r" b="b"/>
              <a:pathLst>
                <a:path w="5181600" h="1676400">
                  <a:moveTo>
                    <a:pt x="5105399" y="1676399"/>
                  </a:moveTo>
                  <a:lnTo>
                    <a:pt x="76199" y="1676399"/>
                  </a:lnTo>
                  <a:lnTo>
                    <a:pt x="68693" y="1676037"/>
                  </a:lnTo>
                  <a:lnTo>
                    <a:pt x="27882" y="1659132"/>
                  </a:lnTo>
                  <a:lnTo>
                    <a:pt x="3262" y="1622286"/>
                  </a:lnTo>
                  <a:lnTo>
                    <a:pt x="0" y="16001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5105399" y="0"/>
                  </a:lnTo>
                  <a:lnTo>
                    <a:pt x="5112906" y="362"/>
                  </a:lnTo>
                  <a:lnTo>
                    <a:pt x="5142220" y="9524"/>
                  </a:lnTo>
                  <a:lnTo>
                    <a:pt x="71822" y="9524"/>
                  </a:lnTo>
                  <a:lnTo>
                    <a:pt x="67486" y="9952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2"/>
                  </a:lnTo>
                  <a:lnTo>
                    <a:pt x="9524" y="1604577"/>
                  </a:lnTo>
                  <a:lnTo>
                    <a:pt x="23194" y="1640882"/>
                  </a:lnTo>
                  <a:lnTo>
                    <a:pt x="54729" y="1663474"/>
                  </a:lnTo>
                  <a:lnTo>
                    <a:pt x="71822" y="1666874"/>
                  </a:lnTo>
                  <a:lnTo>
                    <a:pt x="5142220" y="1666874"/>
                  </a:lnTo>
                  <a:lnTo>
                    <a:pt x="5141356" y="1667391"/>
                  </a:lnTo>
                  <a:lnTo>
                    <a:pt x="5134559" y="1670599"/>
                  </a:lnTo>
                  <a:lnTo>
                    <a:pt x="5127485" y="1673137"/>
                  </a:lnTo>
                  <a:lnTo>
                    <a:pt x="5120268" y="1674949"/>
                  </a:lnTo>
                  <a:lnTo>
                    <a:pt x="5112906" y="1676037"/>
                  </a:lnTo>
                  <a:lnTo>
                    <a:pt x="5105399" y="1676399"/>
                  </a:lnTo>
                  <a:close/>
                </a:path>
                <a:path w="5181600" h="1676400">
                  <a:moveTo>
                    <a:pt x="5142220" y="1666874"/>
                  </a:moveTo>
                  <a:lnTo>
                    <a:pt x="5109777" y="1666874"/>
                  </a:lnTo>
                  <a:lnTo>
                    <a:pt x="5114112" y="1666447"/>
                  </a:lnTo>
                  <a:lnTo>
                    <a:pt x="5122700" y="1664739"/>
                  </a:lnTo>
                  <a:lnTo>
                    <a:pt x="5155641" y="1644250"/>
                  </a:lnTo>
                  <a:lnTo>
                    <a:pt x="5171647" y="1608913"/>
                  </a:lnTo>
                  <a:lnTo>
                    <a:pt x="5172074" y="1604577"/>
                  </a:lnTo>
                  <a:lnTo>
                    <a:pt x="5172074" y="71822"/>
                  </a:lnTo>
                  <a:lnTo>
                    <a:pt x="5158405" y="35517"/>
                  </a:lnTo>
                  <a:lnTo>
                    <a:pt x="5126556" y="12829"/>
                  </a:lnTo>
                  <a:lnTo>
                    <a:pt x="5109777" y="9524"/>
                  </a:lnTo>
                  <a:lnTo>
                    <a:pt x="5142220" y="9524"/>
                  </a:lnTo>
                  <a:lnTo>
                    <a:pt x="5172591" y="40242"/>
                  </a:lnTo>
                  <a:lnTo>
                    <a:pt x="5181599" y="1600199"/>
                  </a:lnTo>
                  <a:lnTo>
                    <a:pt x="5181237" y="1607706"/>
                  </a:lnTo>
                  <a:lnTo>
                    <a:pt x="5164332" y="1648517"/>
                  </a:lnTo>
                  <a:lnTo>
                    <a:pt x="5147869" y="1663474"/>
                  </a:lnTo>
                  <a:lnTo>
                    <a:pt x="5142220" y="1666874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724" y="1800224"/>
              <a:ext cx="200025" cy="228600"/>
            </a:xfrm>
            <a:prstGeom prst="rect">
              <a:avLst/>
            </a:prstGeom>
          </p:spPr>
        </p:pic>
      </p:grpSp>
      <p:sp>
        <p:nvSpPr>
          <p:cNvPr id="57" name="object 13"/>
          <p:cNvSpPr txBox="1"/>
          <p:nvPr/>
        </p:nvSpPr>
        <p:spPr>
          <a:xfrm>
            <a:off x="1810385" y="1045031"/>
            <a:ext cx="4658360" cy="1189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64490">
              <a:lnSpc>
                <a:spcPct val="100000"/>
              </a:lnSpc>
              <a:spcBef>
                <a:spcPts val="140"/>
              </a:spcBef>
            </a:pPr>
            <a:r>
              <a:rPr sz="1650" b="1" spc="-60" dirty="0">
                <a:solidFill>
                  <a:srgbClr val="FFFFFF"/>
                </a:solidFill>
                <a:latin typeface="Arial"/>
                <a:cs typeface="Arial"/>
              </a:rPr>
              <a:t>Cyber</a:t>
            </a:r>
            <a:r>
              <a:rPr sz="16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Forensic</a:t>
            </a:r>
            <a:r>
              <a:rPr sz="16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Arial"/>
                <a:cs typeface="Arial"/>
              </a:rPr>
              <a:t>Officers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21100"/>
              </a:lnSpc>
              <a:spcBef>
                <a:spcPts val="1340"/>
              </a:spcBef>
            </a:pP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Direct</a:t>
            </a:r>
            <a:r>
              <a:rPr sz="13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mentorship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from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experienced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Cyber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Forensic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Officers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providing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real</a:t>
            </a:r>
            <a:r>
              <a:rPr sz="1350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world</a:t>
            </a:r>
            <a:r>
              <a:rPr sz="1300" spc="-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insights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into</a:t>
            </a:r>
            <a:r>
              <a:rPr sz="1300" spc="-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digital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 investigation</a:t>
            </a:r>
            <a:r>
              <a:rPr sz="1300" spc="-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techniques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3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evidence</a:t>
            </a:r>
            <a:r>
              <a:rPr sz="13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handling</a:t>
            </a:r>
            <a:r>
              <a:rPr sz="13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procedures</a:t>
            </a:r>
            <a:r>
              <a:rPr sz="13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58" name="object 14"/>
          <p:cNvGrpSpPr/>
          <p:nvPr/>
        </p:nvGrpSpPr>
        <p:grpSpPr>
          <a:xfrm>
            <a:off x="746760" y="2590800"/>
            <a:ext cx="5181600" cy="1676400"/>
            <a:chOff x="609600" y="3505200"/>
            <a:chExt cx="5181600" cy="1676400"/>
          </a:xfrm>
        </p:grpSpPr>
        <p:sp>
          <p:nvSpPr>
            <p:cNvPr id="59" name="object 15"/>
            <p:cNvSpPr/>
            <p:nvPr/>
          </p:nvSpPr>
          <p:spPr>
            <a:xfrm>
              <a:off x="609600" y="3505200"/>
              <a:ext cx="5181600" cy="1676400"/>
            </a:xfrm>
            <a:custGeom>
              <a:avLst/>
              <a:gdLst/>
              <a:ahLst/>
              <a:cxnLst/>
              <a:rect l="l" t="t" r="r" b="b"/>
              <a:pathLst>
                <a:path w="5181600" h="1676400">
                  <a:moveTo>
                    <a:pt x="5105399" y="1676399"/>
                  </a:moveTo>
                  <a:lnTo>
                    <a:pt x="76199" y="1676399"/>
                  </a:lnTo>
                  <a:lnTo>
                    <a:pt x="68693" y="1676037"/>
                  </a:lnTo>
                  <a:lnTo>
                    <a:pt x="27882" y="1659132"/>
                  </a:lnTo>
                  <a:lnTo>
                    <a:pt x="3262" y="1622286"/>
                  </a:lnTo>
                  <a:lnTo>
                    <a:pt x="0" y="16001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7741" y="12829"/>
                  </a:lnTo>
                  <a:lnTo>
                    <a:pt x="5175798" y="47039"/>
                  </a:lnTo>
                  <a:lnTo>
                    <a:pt x="5181599" y="76199"/>
                  </a:lnTo>
                  <a:lnTo>
                    <a:pt x="5181599" y="1600199"/>
                  </a:lnTo>
                  <a:lnTo>
                    <a:pt x="5168768" y="1642541"/>
                  </a:lnTo>
                  <a:lnTo>
                    <a:pt x="5134557" y="1670599"/>
                  </a:lnTo>
                  <a:lnTo>
                    <a:pt x="5105399" y="1676399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6"/>
            <p:cNvSpPr/>
            <p:nvPr/>
          </p:nvSpPr>
          <p:spPr>
            <a:xfrm>
              <a:off x="609600" y="3505200"/>
              <a:ext cx="5181600" cy="1676400"/>
            </a:xfrm>
            <a:custGeom>
              <a:avLst/>
              <a:gdLst/>
              <a:ahLst/>
              <a:cxnLst/>
              <a:rect l="l" t="t" r="r" b="b"/>
              <a:pathLst>
                <a:path w="5181600" h="1676400">
                  <a:moveTo>
                    <a:pt x="5105399" y="1676399"/>
                  </a:moveTo>
                  <a:lnTo>
                    <a:pt x="76199" y="1676399"/>
                  </a:lnTo>
                  <a:lnTo>
                    <a:pt x="68693" y="1676037"/>
                  </a:lnTo>
                  <a:lnTo>
                    <a:pt x="27882" y="1659132"/>
                  </a:lnTo>
                  <a:lnTo>
                    <a:pt x="3262" y="1622286"/>
                  </a:lnTo>
                  <a:lnTo>
                    <a:pt x="0" y="16001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2220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1604577"/>
                  </a:lnTo>
                  <a:lnTo>
                    <a:pt x="9833" y="1607706"/>
                  </a:lnTo>
                  <a:lnTo>
                    <a:pt x="9952" y="1608913"/>
                  </a:lnTo>
                  <a:lnTo>
                    <a:pt x="25957" y="1644250"/>
                  </a:lnTo>
                  <a:lnTo>
                    <a:pt x="58898" y="1664739"/>
                  </a:lnTo>
                  <a:lnTo>
                    <a:pt x="71822" y="1666874"/>
                  </a:lnTo>
                  <a:lnTo>
                    <a:pt x="5142219" y="1666874"/>
                  </a:lnTo>
                  <a:lnTo>
                    <a:pt x="5141355" y="1667391"/>
                  </a:lnTo>
                  <a:lnTo>
                    <a:pt x="5134558" y="1670599"/>
                  </a:lnTo>
                  <a:lnTo>
                    <a:pt x="5127484" y="1673136"/>
                  </a:lnTo>
                  <a:lnTo>
                    <a:pt x="5120266" y="1674949"/>
                  </a:lnTo>
                  <a:lnTo>
                    <a:pt x="5112904" y="1676037"/>
                  </a:lnTo>
                  <a:lnTo>
                    <a:pt x="5105399" y="1676399"/>
                  </a:lnTo>
                  <a:close/>
                </a:path>
                <a:path w="5181600" h="1676400">
                  <a:moveTo>
                    <a:pt x="5142219" y="1666874"/>
                  </a:moveTo>
                  <a:lnTo>
                    <a:pt x="5109777" y="1666874"/>
                  </a:lnTo>
                  <a:lnTo>
                    <a:pt x="5114112" y="1666447"/>
                  </a:lnTo>
                  <a:lnTo>
                    <a:pt x="5122700" y="1664739"/>
                  </a:lnTo>
                  <a:lnTo>
                    <a:pt x="5155641" y="1644250"/>
                  </a:lnTo>
                  <a:lnTo>
                    <a:pt x="5171647" y="1608913"/>
                  </a:lnTo>
                  <a:lnTo>
                    <a:pt x="5172074" y="1604577"/>
                  </a:lnTo>
                  <a:lnTo>
                    <a:pt x="5172074" y="71821"/>
                  </a:lnTo>
                  <a:lnTo>
                    <a:pt x="5171766" y="68693"/>
                  </a:lnTo>
                  <a:lnTo>
                    <a:pt x="5171647" y="67486"/>
                  </a:lnTo>
                  <a:lnTo>
                    <a:pt x="5155641" y="32149"/>
                  </a:lnTo>
                  <a:lnTo>
                    <a:pt x="5122700" y="11660"/>
                  </a:lnTo>
                  <a:lnTo>
                    <a:pt x="5109777" y="9524"/>
                  </a:lnTo>
                  <a:lnTo>
                    <a:pt x="5142220" y="9524"/>
                  </a:lnTo>
                  <a:lnTo>
                    <a:pt x="5172591" y="40242"/>
                  </a:lnTo>
                  <a:lnTo>
                    <a:pt x="5181599" y="1600199"/>
                  </a:lnTo>
                  <a:lnTo>
                    <a:pt x="5181237" y="1607706"/>
                  </a:lnTo>
                  <a:lnTo>
                    <a:pt x="5164332" y="1648516"/>
                  </a:lnTo>
                  <a:lnTo>
                    <a:pt x="5147869" y="1663474"/>
                  </a:lnTo>
                  <a:lnTo>
                    <a:pt x="5142219" y="1666874"/>
                  </a:lnTo>
                  <a:close/>
                </a:path>
              </a:pathLst>
            </a:custGeom>
            <a:solidFill>
              <a:srgbClr val="A754F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7724" y="3790950"/>
              <a:ext cx="285750" cy="206375"/>
            </a:xfrm>
            <a:prstGeom prst="rect">
              <a:avLst/>
            </a:prstGeom>
          </p:spPr>
        </p:pic>
      </p:grpSp>
      <p:sp>
        <p:nvSpPr>
          <p:cNvPr id="62" name="object 18"/>
          <p:cNvSpPr txBox="1"/>
          <p:nvPr/>
        </p:nvSpPr>
        <p:spPr>
          <a:xfrm>
            <a:off x="972185" y="2815034"/>
            <a:ext cx="4544695" cy="11957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135"/>
              </a:spcBef>
            </a:pPr>
            <a:r>
              <a:rPr sz="1650" b="1" spc="-114" dirty="0">
                <a:solidFill>
                  <a:srgbClr val="FFFFFF"/>
                </a:solidFill>
                <a:latin typeface="Arial"/>
                <a:cs typeface="Arial"/>
              </a:rPr>
              <a:t>Dr</a:t>
            </a:r>
            <a:r>
              <a:rPr sz="1700" b="1" spc="-114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r>
              <a:rPr sz="1700" b="1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Rakshit</a:t>
            </a:r>
            <a:r>
              <a:rPr sz="16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Arial"/>
                <a:cs typeface="Arial"/>
              </a:rPr>
              <a:t>Tandon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20400"/>
              </a:lnSpc>
              <a:spcBef>
                <a:spcPts val="1275"/>
              </a:spcBef>
            </a:pP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Expert</a:t>
            </a:r>
            <a:r>
              <a:rPr sz="1300" spc="-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guidance</a:t>
            </a:r>
            <a:r>
              <a:rPr sz="1300" spc="-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from renowned</a:t>
            </a:r>
            <a:r>
              <a:rPr sz="1300" spc="-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cybersecurity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professional</a:t>
            </a:r>
            <a:r>
              <a:rPr sz="1300" spc="-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Dr</a:t>
            </a:r>
            <a:r>
              <a:rPr sz="1350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. </a:t>
            </a:r>
            <a:r>
              <a:rPr sz="13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Rakshit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Tandon</a:t>
            </a:r>
            <a:r>
              <a:rPr sz="13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,</a:t>
            </a:r>
            <a:r>
              <a:rPr sz="13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gaining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insights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into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advanced</a:t>
            </a:r>
            <a:r>
              <a:rPr sz="13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cyber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threat landscape</a:t>
            </a:r>
            <a:r>
              <a:rPr sz="13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3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defense</a:t>
            </a:r>
            <a:r>
              <a:rPr sz="130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strategies</a:t>
            </a:r>
            <a:r>
              <a:rPr sz="13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63" name="object 19"/>
          <p:cNvGrpSpPr/>
          <p:nvPr/>
        </p:nvGrpSpPr>
        <p:grpSpPr>
          <a:xfrm>
            <a:off x="746760" y="4572000"/>
            <a:ext cx="5181600" cy="1676400"/>
            <a:chOff x="609600" y="5486400"/>
            <a:chExt cx="5181600" cy="1676400"/>
          </a:xfrm>
        </p:grpSpPr>
        <p:sp>
          <p:nvSpPr>
            <p:cNvPr id="64" name="object 20"/>
            <p:cNvSpPr/>
            <p:nvPr/>
          </p:nvSpPr>
          <p:spPr>
            <a:xfrm>
              <a:off x="609600" y="5486400"/>
              <a:ext cx="5181600" cy="1676400"/>
            </a:xfrm>
            <a:custGeom>
              <a:avLst/>
              <a:gdLst/>
              <a:ahLst/>
              <a:cxnLst/>
              <a:rect l="l" t="t" r="r" b="b"/>
              <a:pathLst>
                <a:path w="5181600" h="1676400">
                  <a:moveTo>
                    <a:pt x="5105399" y="1676399"/>
                  </a:moveTo>
                  <a:lnTo>
                    <a:pt x="76199" y="1676399"/>
                  </a:lnTo>
                  <a:lnTo>
                    <a:pt x="68693" y="1676037"/>
                  </a:lnTo>
                  <a:lnTo>
                    <a:pt x="27882" y="1659132"/>
                  </a:lnTo>
                  <a:lnTo>
                    <a:pt x="3262" y="1622286"/>
                  </a:lnTo>
                  <a:lnTo>
                    <a:pt x="0" y="160019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7741" y="12829"/>
                  </a:lnTo>
                  <a:lnTo>
                    <a:pt x="5175798" y="47038"/>
                  </a:lnTo>
                  <a:lnTo>
                    <a:pt x="5181599" y="76199"/>
                  </a:lnTo>
                  <a:lnTo>
                    <a:pt x="5181599" y="1600199"/>
                  </a:lnTo>
                  <a:lnTo>
                    <a:pt x="5168768" y="1642541"/>
                  </a:lnTo>
                  <a:lnTo>
                    <a:pt x="5134559" y="1670598"/>
                  </a:lnTo>
                  <a:lnTo>
                    <a:pt x="5105399" y="1676399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21"/>
            <p:cNvSpPr/>
            <p:nvPr/>
          </p:nvSpPr>
          <p:spPr>
            <a:xfrm>
              <a:off x="609600" y="5486400"/>
              <a:ext cx="5181600" cy="1676400"/>
            </a:xfrm>
            <a:custGeom>
              <a:avLst/>
              <a:gdLst/>
              <a:ahLst/>
              <a:cxnLst/>
              <a:rect l="l" t="t" r="r" b="b"/>
              <a:pathLst>
                <a:path w="5181600" h="1676400">
                  <a:moveTo>
                    <a:pt x="5105399" y="1676399"/>
                  </a:moveTo>
                  <a:lnTo>
                    <a:pt x="76199" y="1676399"/>
                  </a:lnTo>
                  <a:lnTo>
                    <a:pt x="68693" y="1676037"/>
                  </a:lnTo>
                  <a:lnTo>
                    <a:pt x="27882" y="1659132"/>
                  </a:lnTo>
                  <a:lnTo>
                    <a:pt x="3262" y="1622286"/>
                  </a:lnTo>
                  <a:lnTo>
                    <a:pt x="0" y="160019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9" y="5799"/>
                  </a:lnTo>
                  <a:lnTo>
                    <a:pt x="5105399" y="0"/>
                  </a:lnTo>
                  <a:lnTo>
                    <a:pt x="5112906" y="362"/>
                  </a:lnTo>
                  <a:lnTo>
                    <a:pt x="5142221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1604577"/>
                  </a:lnTo>
                  <a:lnTo>
                    <a:pt x="9833" y="1607706"/>
                  </a:lnTo>
                  <a:lnTo>
                    <a:pt x="9952" y="1608913"/>
                  </a:lnTo>
                  <a:lnTo>
                    <a:pt x="25957" y="1644250"/>
                  </a:lnTo>
                  <a:lnTo>
                    <a:pt x="58898" y="1664739"/>
                  </a:lnTo>
                  <a:lnTo>
                    <a:pt x="71822" y="1666874"/>
                  </a:lnTo>
                  <a:lnTo>
                    <a:pt x="5142218" y="1666874"/>
                  </a:lnTo>
                  <a:lnTo>
                    <a:pt x="5141356" y="1667390"/>
                  </a:lnTo>
                  <a:lnTo>
                    <a:pt x="5134559" y="1670598"/>
                  </a:lnTo>
                  <a:lnTo>
                    <a:pt x="5127485" y="1673136"/>
                  </a:lnTo>
                  <a:lnTo>
                    <a:pt x="5120268" y="1674949"/>
                  </a:lnTo>
                  <a:lnTo>
                    <a:pt x="5112906" y="1676037"/>
                  </a:lnTo>
                  <a:lnTo>
                    <a:pt x="5105399" y="1676399"/>
                  </a:lnTo>
                  <a:close/>
                </a:path>
                <a:path w="5181600" h="1676400">
                  <a:moveTo>
                    <a:pt x="5142218" y="1666874"/>
                  </a:moveTo>
                  <a:lnTo>
                    <a:pt x="5109777" y="1666874"/>
                  </a:lnTo>
                  <a:lnTo>
                    <a:pt x="5114112" y="1666447"/>
                  </a:lnTo>
                  <a:lnTo>
                    <a:pt x="5122700" y="1664739"/>
                  </a:lnTo>
                  <a:lnTo>
                    <a:pt x="5155641" y="1644250"/>
                  </a:lnTo>
                  <a:lnTo>
                    <a:pt x="5171647" y="1608913"/>
                  </a:lnTo>
                  <a:lnTo>
                    <a:pt x="5172074" y="1604577"/>
                  </a:lnTo>
                  <a:lnTo>
                    <a:pt x="5172074" y="71821"/>
                  </a:lnTo>
                  <a:lnTo>
                    <a:pt x="5158405" y="35517"/>
                  </a:lnTo>
                  <a:lnTo>
                    <a:pt x="5126555" y="12829"/>
                  </a:lnTo>
                  <a:lnTo>
                    <a:pt x="5109777" y="9524"/>
                  </a:lnTo>
                  <a:lnTo>
                    <a:pt x="5142221" y="9524"/>
                  </a:lnTo>
                  <a:lnTo>
                    <a:pt x="5172591" y="40242"/>
                  </a:lnTo>
                  <a:lnTo>
                    <a:pt x="5181599" y="1600199"/>
                  </a:lnTo>
                  <a:lnTo>
                    <a:pt x="5181237" y="1607706"/>
                  </a:lnTo>
                  <a:lnTo>
                    <a:pt x="5164332" y="1648516"/>
                  </a:lnTo>
                  <a:lnTo>
                    <a:pt x="5147868" y="1663474"/>
                  </a:lnTo>
                  <a:lnTo>
                    <a:pt x="5142218" y="1666874"/>
                  </a:lnTo>
                  <a:close/>
                </a:path>
              </a:pathLst>
            </a:custGeom>
            <a:solidFill>
              <a:srgbClr val="13B8A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4074" y="5759449"/>
              <a:ext cx="215900" cy="231775"/>
            </a:xfrm>
            <a:prstGeom prst="rect">
              <a:avLst/>
            </a:prstGeom>
          </p:spPr>
        </p:pic>
      </p:grpSp>
      <p:sp>
        <p:nvSpPr>
          <p:cNvPr id="67" name="object 23"/>
          <p:cNvSpPr txBox="1"/>
          <p:nvPr/>
        </p:nvSpPr>
        <p:spPr>
          <a:xfrm>
            <a:off x="1353184" y="4801899"/>
            <a:ext cx="1646555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b="1" spc="-125" dirty="0">
                <a:solidFill>
                  <a:srgbClr val="FFFFFF"/>
                </a:solidFill>
                <a:latin typeface="Arial"/>
                <a:cs typeface="Arial"/>
              </a:rPr>
              <a:t>SOC</a:t>
            </a:r>
            <a:r>
              <a:rPr sz="165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85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1650">
              <a:latin typeface="Arial"/>
              <a:cs typeface="Arial"/>
            </a:endParaRPr>
          </a:p>
        </p:txBody>
      </p:sp>
      <p:sp>
        <p:nvSpPr>
          <p:cNvPr id="68" name="object 24"/>
          <p:cNvSpPr txBox="1"/>
          <p:nvPr/>
        </p:nvSpPr>
        <p:spPr>
          <a:xfrm>
            <a:off x="972185" y="5223192"/>
            <a:ext cx="4618990" cy="768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90"/>
              </a:spcBef>
            </a:pP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Hands</a:t>
            </a:r>
            <a:r>
              <a:rPr sz="13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on</a:t>
            </a:r>
            <a:r>
              <a:rPr sz="13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exposure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Security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Operations</a:t>
            </a:r>
            <a:r>
              <a:rPr sz="13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Center</a:t>
            </a:r>
            <a:r>
              <a:rPr sz="13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environment</a:t>
            </a:r>
            <a:r>
              <a:rPr sz="13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,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learning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real</a:t>
            </a:r>
            <a:r>
              <a:rPr sz="1350" dirty="0">
                <a:solidFill>
                  <a:srgbClr val="D0D5DA"/>
                </a:solidFill>
                <a:latin typeface="Microsoft Sans Serif"/>
                <a:cs typeface="Microsoft Sans Serif"/>
              </a:rPr>
              <a:t>-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time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threat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monitoring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incident</a:t>
            </a:r>
            <a:r>
              <a:rPr sz="13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response protocols</a:t>
            </a:r>
            <a:r>
              <a:rPr sz="13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69" name="object 25"/>
          <p:cNvGrpSpPr/>
          <p:nvPr/>
        </p:nvGrpSpPr>
        <p:grpSpPr>
          <a:xfrm>
            <a:off x="6265963" y="1028277"/>
            <a:ext cx="4670031" cy="4763249"/>
            <a:chOff x="6400799" y="1923300"/>
            <a:chExt cx="4670031" cy="4763249"/>
          </a:xfrm>
        </p:grpSpPr>
        <p:sp>
          <p:nvSpPr>
            <p:cNvPr id="70" name="object 26"/>
            <p:cNvSpPr/>
            <p:nvPr/>
          </p:nvSpPr>
          <p:spPr>
            <a:xfrm>
              <a:off x="6912851" y="1923300"/>
              <a:ext cx="4157979" cy="3203575"/>
            </a:xfrm>
            <a:custGeom>
              <a:avLst/>
              <a:gdLst/>
              <a:ahLst/>
              <a:cxnLst/>
              <a:rect l="l" t="t" r="r" b="b"/>
              <a:pathLst>
                <a:path w="4157979" h="3203575">
                  <a:moveTo>
                    <a:pt x="4157472" y="0"/>
                  </a:moveTo>
                  <a:lnTo>
                    <a:pt x="3983736" y="0"/>
                  </a:lnTo>
                  <a:lnTo>
                    <a:pt x="3983736" y="153162"/>
                  </a:lnTo>
                  <a:lnTo>
                    <a:pt x="3983736" y="2858262"/>
                  </a:lnTo>
                  <a:lnTo>
                    <a:pt x="3970909" y="2900603"/>
                  </a:lnTo>
                  <a:lnTo>
                    <a:pt x="3936695" y="2928658"/>
                  </a:lnTo>
                  <a:lnTo>
                    <a:pt x="3907536" y="2934462"/>
                  </a:lnTo>
                  <a:lnTo>
                    <a:pt x="249936" y="2934462"/>
                  </a:lnTo>
                  <a:lnTo>
                    <a:pt x="207594" y="2921622"/>
                  </a:lnTo>
                  <a:lnTo>
                    <a:pt x="179539" y="2887421"/>
                  </a:lnTo>
                  <a:lnTo>
                    <a:pt x="173736" y="2858262"/>
                  </a:lnTo>
                  <a:lnTo>
                    <a:pt x="173736" y="153162"/>
                  </a:lnTo>
                  <a:lnTo>
                    <a:pt x="186575" y="110807"/>
                  </a:lnTo>
                  <a:lnTo>
                    <a:pt x="220776" y="82753"/>
                  </a:lnTo>
                  <a:lnTo>
                    <a:pt x="249936" y="76962"/>
                  </a:lnTo>
                  <a:lnTo>
                    <a:pt x="3907536" y="76962"/>
                  </a:lnTo>
                  <a:lnTo>
                    <a:pt x="3949877" y="89789"/>
                  </a:lnTo>
                  <a:lnTo>
                    <a:pt x="3977944" y="123990"/>
                  </a:lnTo>
                  <a:lnTo>
                    <a:pt x="3983736" y="153162"/>
                  </a:lnTo>
                  <a:lnTo>
                    <a:pt x="3983736" y="0"/>
                  </a:lnTo>
                  <a:lnTo>
                    <a:pt x="0" y="0"/>
                  </a:lnTo>
                  <a:lnTo>
                    <a:pt x="0" y="3203448"/>
                  </a:lnTo>
                  <a:lnTo>
                    <a:pt x="4157472" y="3203448"/>
                  </a:lnTo>
                  <a:lnTo>
                    <a:pt x="4157472" y="2934462"/>
                  </a:lnTo>
                  <a:lnTo>
                    <a:pt x="4157472" y="76962"/>
                  </a:lnTo>
                  <a:lnTo>
                    <a:pt x="4157472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28"/>
            <p:cNvSpPr/>
            <p:nvPr/>
          </p:nvSpPr>
          <p:spPr>
            <a:xfrm>
              <a:off x="6400799" y="5086349"/>
              <a:ext cx="2514600" cy="1600200"/>
            </a:xfrm>
            <a:custGeom>
              <a:avLst/>
              <a:gdLst/>
              <a:ahLst/>
              <a:cxnLst/>
              <a:rect l="l" t="t" r="r" b="b"/>
              <a:pathLst>
                <a:path w="2514600" h="1600200">
                  <a:moveTo>
                    <a:pt x="2443403" y="1600199"/>
                  </a:moveTo>
                  <a:lnTo>
                    <a:pt x="71196" y="1600199"/>
                  </a:lnTo>
                  <a:lnTo>
                    <a:pt x="66241" y="1599711"/>
                  </a:lnTo>
                  <a:lnTo>
                    <a:pt x="29705" y="1584578"/>
                  </a:lnTo>
                  <a:lnTo>
                    <a:pt x="3885" y="1548537"/>
                  </a:lnTo>
                  <a:lnTo>
                    <a:pt x="0" y="1529003"/>
                  </a:lnTo>
                  <a:lnTo>
                    <a:pt x="0" y="1523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443403" y="0"/>
                  </a:lnTo>
                  <a:lnTo>
                    <a:pt x="2484894" y="15621"/>
                  </a:lnTo>
                  <a:lnTo>
                    <a:pt x="2510713" y="51662"/>
                  </a:lnTo>
                  <a:lnTo>
                    <a:pt x="2514599" y="71196"/>
                  </a:lnTo>
                  <a:lnTo>
                    <a:pt x="2514599" y="1529003"/>
                  </a:lnTo>
                  <a:lnTo>
                    <a:pt x="2498977" y="1570494"/>
                  </a:lnTo>
                  <a:lnTo>
                    <a:pt x="2462937" y="1596314"/>
                  </a:lnTo>
                  <a:lnTo>
                    <a:pt x="2448358" y="1599711"/>
                  </a:lnTo>
                  <a:lnTo>
                    <a:pt x="2443403" y="1600199"/>
                  </a:lnTo>
                  <a:close/>
                </a:path>
              </a:pathLst>
            </a:custGeom>
            <a:solidFill>
              <a:srgbClr val="11172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08874" y="5260975"/>
              <a:ext cx="292100" cy="292100"/>
            </a:xfrm>
            <a:prstGeom prst="rect">
              <a:avLst/>
            </a:prstGeom>
          </p:spPr>
        </p:pic>
      </p:grpSp>
      <p:sp>
        <p:nvSpPr>
          <p:cNvPr id="74" name="object 30"/>
          <p:cNvSpPr txBox="1"/>
          <p:nvPr/>
        </p:nvSpPr>
        <p:spPr>
          <a:xfrm>
            <a:off x="6636496" y="4656529"/>
            <a:ext cx="1773555" cy="9779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sz="1500" b="1" spc="-80" dirty="0">
                <a:solidFill>
                  <a:srgbClr val="FFFFFF"/>
                </a:solidFill>
                <a:latin typeface="Arial"/>
                <a:cs typeface="Arial"/>
              </a:rPr>
              <a:t>Evidence</a:t>
            </a:r>
            <a:r>
              <a:rPr sz="15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endParaRPr sz="1500">
              <a:latin typeface="Arial"/>
              <a:cs typeface="Arial"/>
            </a:endParaRPr>
          </a:p>
          <a:p>
            <a:pPr marL="12700" marR="5080" algn="ctr">
              <a:lnSpc>
                <a:spcPct val="108700"/>
              </a:lnSpc>
              <a:spcBef>
                <a:spcPts val="455"/>
              </a:spcBef>
            </a:pP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Practical</a:t>
            </a:r>
            <a:r>
              <a:rPr sz="115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sessions</a:t>
            </a:r>
            <a:r>
              <a:rPr sz="115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on</a:t>
            </a:r>
            <a:r>
              <a:rPr sz="115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digital evidence</a:t>
            </a:r>
            <a:r>
              <a:rPr sz="1150" spc="-4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gathering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and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preservation</a:t>
            </a:r>
            <a:r>
              <a:rPr sz="115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techniques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75" name="object 31"/>
          <p:cNvGrpSpPr/>
          <p:nvPr/>
        </p:nvGrpSpPr>
        <p:grpSpPr>
          <a:xfrm>
            <a:off x="8932964" y="4191326"/>
            <a:ext cx="2514600" cy="1600200"/>
            <a:chOff x="9067800" y="5086349"/>
            <a:chExt cx="2514600" cy="1600200"/>
          </a:xfrm>
        </p:grpSpPr>
        <p:sp>
          <p:nvSpPr>
            <p:cNvPr id="76" name="object 32"/>
            <p:cNvSpPr/>
            <p:nvPr/>
          </p:nvSpPr>
          <p:spPr>
            <a:xfrm>
              <a:off x="9067800" y="5086349"/>
              <a:ext cx="2514600" cy="1600200"/>
            </a:xfrm>
            <a:custGeom>
              <a:avLst/>
              <a:gdLst/>
              <a:ahLst/>
              <a:cxnLst/>
              <a:rect l="l" t="t" r="r" b="b"/>
              <a:pathLst>
                <a:path w="2514600" h="1600200">
                  <a:moveTo>
                    <a:pt x="2443403" y="1600199"/>
                  </a:moveTo>
                  <a:lnTo>
                    <a:pt x="71196" y="1600199"/>
                  </a:lnTo>
                  <a:lnTo>
                    <a:pt x="66241" y="1599711"/>
                  </a:lnTo>
                  <a:lnTo>
                    <a:pt x="29705" y="1584578"/>
                  </a:lnTo>
                  <a:lnTo>
                    <a:pt x="3885" y="1548537"/>
                  </a:lnTo>
                  <a:lnTo>
                    <a:pt x="0" y="1529003"/>
                  </a:lnTo>
                  <a:lnTo>
                    <a:pt x="0" y="1523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443403" y="0"/>
                  </a:lnTo>
                  <a:lnTo>
                    <a:pt x="2484894" y="15621"/>
                  </a:lnTo>
                  <a:lnTo>
                    <a:pt x="2510713" y="51662"/>
                  </a:lnTo>
                  <a:lnTo>
                    <a:pt x="2514599" y="71196"/>
                  </a:lnTo>
                  <a:lnTo>
                    <a:pt x="2514599" y="1529003"/>
                  </a:lnTo>
                  <a:lnTo>
                    <a:pt x="2498977" y="1570494"/>
                  </a:lnTo>
                  <a:lnTo>
                    <a:pt x="2462937" y="1596314"/>
                  </a:lnTo>
                  <a:lnTo>
                    <a:pt x="2448358" y="1599711"/>
                  </a:lnTo>
                  <a:lnTo>
                    <a:pt x="2443403" y="1600199"/>
                  </a:lnTo>
                  <a:close/>
                </a:path>
              </a:pathLst>
            </a:custGeom>
            <a:solidFill>
              <a:srgbClr val="11172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82225" y="5264149"/>
              <a:ext cx="285750" cy="288925"/>
            </a:xfrm>
            <a:prstGeom prst="rect">
              <a:avLst/>
            </a:prstGeom>
          </p:spPr>
        </p:pic>
      </p:grpSp>
      <p:sp>
        <p:nvSpPr>
          <p:cNvPr id="78" name="object 34"/>
          <p:cNvSpPr txBox="1"/>
          <p:nvPr/>
        </p:nvSpPr>
        <p:spPr>
          <a:xfrm>
            <a:off x="9192469" y="4666865"/>
            <a:ext cx="1995805" cy="77660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755"/>
              </a:spcBef>
            </a:pPr>
            <a:r>
              <a:rPr sz="1500" b="1" spc="-55" dirty="0">
                <a:solidFill>
                  <a:srgbClr val="FFFFFF"/>
                </a:solidFill>
                <a:latin typeface="Arial"/>
                <a:cs typeface="Arial"/>
              </a:rPr>
              <a:t>Malware</a:t>
            </a:r>
            <a:r>
              <a:rPr sz="15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Investigation</a:t>
            </a:r>
            <a:endParaRPr sz="1500">
              <a:latin typeface="Arial"/>
              <a:cs typeface="Arial"/>
            </a:endParaRPr>
          </a:p>
          <a:p>
            <a:pPr marL="120014" marR="5080" indent="-107950">
              <a:lnSpc>
                <a:spcPct val="107600"/>
              </a:lnSpc>
              <a:spcBef>
                <a:spcPts val="415"/>
              </a:spcBef>
            </a:pPr>
            <a:r>
              <a:rPr sz="1150" spc="-45" dirty="0">
                <a:solidFill>
                  <a:srgbClr val="9CA2AF"/>
                </a:solidFill>
                <a:latin typeface="Microsoft Sans Serif"/>
                <a:cs typeface="Microsoft Sans Serif"/>
              </a:rPr>
              <a:t>Hands</a:t>
            </a:r>
            <a:r>
              <a:rPr sz="1200" spc="-45" dirty="0">
                <a:solidFill>
                  <a:srgbClr val="9CA2AF"/>
                </a:solidFill>
                <a:latin typeface="Verdana"/>
                <a:cs typeface="Verdana"/>
              </a:rPr>
              <a:t>-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on </a:t>
            </a:r>
            <a:r>
              <a:rPr sz="11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analysis</a:t>
            </a:r>
            <a:r>
              <a:rPr sz="1150" spc="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of</a:t>
            </a:r>
            <a:r>
              <a:rPr sz="1150" spc="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malicious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software</a:t>
            </a:r>
            <a:r>
              <a:rPr sz="115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and</a:t>
            </a:r>
            <a:r>
              <a:rPr sz="115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attack</a:t>
            </a:r>
            <a:r>
              <a:rPr sz="115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vectors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14" name="Picture 13" descr="A group of men standing together&#10;&#10;AI-generated content may be incorrect.">
            <a:extLst>
              <a:ext uri="{FF2B5EF4-FFF2-40B4-BE49-F238E27FC236}">
                <a16:creationId xmlns:a16="http://schemas.microsoft.com/office/drawing/2014/main" id="{26321A4E-C0B8-388B-02F9-0CFD077F61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622" y="654972"/>
            <a:ext cx="3618828" cy="331884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6731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37C2B-81EB-BFF5-14D1-93740CD8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6E89F9E-ED68-6782-2C3A-EEF288590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123BE8-6EB1-2C84-A7DA-EE533F190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235E43-124C-B325-8CE5-39864816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5F266C-D43F-EA06-EA3C-89A04BC8C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C30108F7-2614-9259-D9F6-AABEAF5681B5}"/>
              </a:ext>
            </a:extLst>
          </p:cNvPr>
          <p:cNvPicPr/>
          <p:nvPr/>
        </p:nvPicPr>
        <p:blipFill>
          <a:blip r:embed="rId3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ABF13AF6-309A-C323-BF7F-A71C481F115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sp>
        <p:nvSpPr>
          <p:cNvPr id="10" name="object 10"/>
          <p:cNvSpPr txBox="1">
            <a:spLocks/>
          </p:cNvSpPr>
          <p:nvPr/>
        </p:nvSpPr>
        <p:spPr>
          <a:xfrm>
            <a:off x="1811742" y="824422"/>
            <a:ext cx="5482779" cy="386003"/>
          </a:xfrm>
          <a:prstGeom prst="rect">
            <a:avLst/>
          </a:prstGeom>
        </p:spPr>
        <p:txBody>
          <a:bodyPr vert="horz" wrap="square" lIns="0" tIns="1651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b="1" spc="-80" dirty="0">
                <a:solidFill>
                  <a:srgbClr val="FFFFFF"/>
                </a:solidFill>
                <a:latin typeface="Arial"/>
                <a:cs typeface="Arial"/>
              </a:rPr>
              <a:t>Dark Web Monitor &amp; Web Forensics</a:t>
            </a:r>
            <a:endParaRPr lang="en-IN" sz="1000" dirty="0">
              <a:latin typeface="Arial"/>
              <a:cs typeface="Arial"/>
            </a:endParaRPr>
          </a:p>
        </p:txBody>
      </p:sp>
      <p:pic>
        <p:nvPicPr>
          <p:cNvPr id="25" name="object 4">
            <a:extLst>
              <a:ext uri="{FF2B5EF4-FFF2-40B4-BE49-F238E27FC236}">
                <a16:creationId xmlns:a16="http://schemas.microsoft.com/office/drawing/2014/main" id="{56AB160F-AFAB-7BE5-0437-A3898FCE8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68856" y="303837"/>
            <a:ext cx="5091743" cy="513660"/>
          </a:xfrm>
          <a:prstGeom prst="rect">
            <a:avLst/>
          </a:prstGeom>
        </p:spPr>
      </p:pic>
      <p:sp>
        <p:nvSpPr>
          <p:cNvPr id="26" name="object 8">
            <a:extLst>
              <a:ext uri="{FF2B5EF4-FFF2-40B4-BE49-F238E27FC236}">
                <a16:creationId xmlns:a16="http://schemas.microsoft.com/office/drawing/2014/main" id="{6BAD6509-5A83-4FCB-C939-D74A2F05D997}"/>
              </a:ext>
            </a:extLst>
          </p:cNvPr>
          <p:cNvSpPr txBox="1">
            <a:spLocks/>
          </p:cNvSpPr>
          <p:nvPr/>
        </p:nvSpPr>
        <p:spPr>
          <a:xfrm>
            <a:off x="2005782" y="248110"/>
            <a:ext cx="4890407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 dirty="0">
                <a:solidFill>
                  <a:srgbClr val="FFFF00"/>
                </a:solidFill>
              </a:rPr>
              <a:t>Mini Project SkidScan</a:t>
            </a:r>
          </a:p>
        </p:txBody>
      </p:sp>
      <p:grpSp>
        <p:nvGrpSpPr>
          <p:cNvPr id="70" name="object 28"/>
          <p:cNvGrpSpPr/>
          <p:nvPr/>
        </p:nvGrpSpPr>
        <p:grpSpPr>
          <a:xfrm>
            <a:off x="5989320" y="1307542"/>
            <a:ext cx="5334000" cy="3200400"/>
            <a:chOff x="6400800" y="990599"/>
            <a:chExt cx="5334000" cy="3200400"/>
          </a:xfrm>
        </p:grpSpPr>
        <p:sp>
          <p:nvSpPr>
            <p:cNvPr id="71" name="object 29"/>
            <p:cNvSpPr/>
            <p:nvPr/>
          </p:nvSpPr>
          <p:spPr>
            <a:xfrm>
              <a:off x="6419849" y="1485899"/>
              <a:ext cx="5314950" cy="800100"/>
            </a:xfrm>
            <a:custGeom>
              <a:avLst/>
              <a:gdLst/>
              <a:ahLst/>
              <a:cxnLst/>
              <a:rect l="l" t="t" r="r" b="b"/>
              <a:pathLst>
                <a:path w="5314950" h="800100">
                  <a:moveTo>
                    <a:pt x="5243752" y="800099"/>
                  </a:moveTo>
                  <a:lnTo>
                    <a:pt x="53397" y="800099"/>
                  </a:lnTo>
                  <a:lnTo>
                    <a:pt x="49680" y="799611"/>
                  </a:lnTo>
                  <a:lnTo>
                    <a:pt x="14085" y="774243"/>
                  </a:lnTo>
                  <a:lnTo>
                    <a:pt x="366" y="733858"/>
                  </a:lnTo>
                  <a:lnTo>
                    <a:pt x="0" y="728903"/>
                  </a:lnTo>
                  <a:lnTo>
                    <a:pt x="0" y="7238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243752" y="0"/>
                  </a:lnTo>
                  <a:lnTo>
                    <a:pt x="5285243" y="15621"/>
                  </a:lnTo>
                  <a:lnTo>
                    <a:pt x="5311063" y="51661"/>
                  </a:lnTo>
                  <a:lnTo>
                    <a:pt x="5314949" y="71196"/>
                  </a:lnTo>
                  <a:lnTo>
                    <a:pt x="5314949" y="728903"/>
                  </a:lnTo>
                  <a:lnTo>
                    <a:pt x="5299327" y="770394"/>
                  </a:lnTo>
                  <a:lnTo>
                    <a:pt x="5263287" y="796213"/>
                  </a:lnTo>
                  <a:lnTo>
                    <a:pt x="5248707" y="799611"/>
                  </a:lnTo>
                  <a:lnTo>
                    <a:pt x="5243752" y="8000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30"/>
            <p:cNvSpPr/>
            <p:nvPr/>
          </p:nvSpPr>
          <p:spPr>
            <a:xfrm>
              <a:off x="6400800" y="1486177"/>
              <a:ext cx="70485" cy="800100"/>
            </a:xfrm>
            <a:custGeom>
              <a:avLst/>
              <a:gdLst/>
              <a:ahLst/>
              <a:cxnLst/>
              <a:rect l="l" t="t" r="r" b="b"/>
              <a:pathLst>
                <a:path w="70485" h="800100">
                  <a:moveTo>
                    <a:pt x="70449" y="799544"/>
                  </a:moveTo>
                  <a:lnTo>
                    <a:pt x="33857" y="786991"/>
                  </a:lnTo>
                  <a:lnTo>
                    <a:pt x="5799" y="752782"/>
                  </a:lnTo>
                  <a:lnTo>
                    <a:pt x="0" y="7236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723622"/>
                  </a:lnTo>
                  <a:lnTo>
                    <a:pt x="44514" y="765964"/>
                  </a:lnTo>
                  <a:lnTo>
                    <a:pt x="66287" y="797888"/>
                  </a:lnTo>
                  <a:lnTo>
                    <a:pt x="70449" y="799544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31"/>
            <p:cNvSpPr/>
            <p:nvPr/>
          </p:nvSpPr>
          <p:spPr>
            <a:xfrm>
              <a:off x="6419849" y="2438399"/>
              <a:ext cx="5314950" cy="800100"/>
            </a:xfrm>
            <a:custGeom>
              <a:avLst/>
              <a:gdLst/>
              <a:ahLst/>
              <a:cxnLst/>
              <a:rect l="l" t="t" r="r" b="b"/>
              <a:pathLst>
                <a:path w="5314950" h="800100">
                  <a:moveTo>
                    <a:pt x="5243752" y="800099"/>
                  </a:moveTo>
                  <a:lnTo>
                    <a:pt x="53397" y="800099"/>
                  </a:lnTo>
                  <a:lnTo>
                    <a:pt x="49680" y="799611"/>
                  </a:lnTo>
                  <a:lnTo>
                    <a:pt x="14085" y="774243"/>
                  </a:lnTo>
                  <a:lnTo>
                    <a:pt x="366" y="733858"/>
                  </a:lnTo>
                  <a:lnTo>
                    <a:pt x="0" y="728903"/>
                  </a:lnTo>
                  <a:lnTo>
                    <a:pt x="0" y="7238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243752" y="0"/>
                  </a:lnTo>
                  <a:lnTo>
                    <a:pt x="5285243" y="15621"/>
                  </a:lnTo>
                  <a:lnTo>
                    <a:pt x="5311063" y="51661"/>
                  </a:lnTo>
                  <a:lnTo>
                    <a:pt x="5314949" y="71196"/>
                  </a:lnTo>
                  <a:lnTo>
                    <a:pt x="5314949" y="728903"/>
                  </a:lnTo>
                  <a:lnTo>
                    <a:pt x="5299327" y="770394"/>
                  </a:lnTo>
                  <a:lnTo>
                    <a:pt x="5263287" y="796214"/>
                  </a:lnTo>
                  <a:lnTo>
                    <a:pt x="5248707" y="799611"/>
                  </a:lnTo>
                  <a:lnTo>
                    <a:pt x="5243752" y="8000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32"/>
            <p:cNvSpPr/>
            <p:nvPr/>
          </p:nvSpPr>
          <p:spPr>
            <a:xfrm>
              <a:off x="6400800" y="2438677"/>
              <a:ext cx="70485" cy="800100"/>
            </a:xfrm>
            <a:custGeom>
              <a:avLst/>
              <a:gdLst/>
              <a:ahLst/>
              <a:cxnLst/>
              <a:rect l="l" t="t" r="r" b="b"/>
              <a:pathLst>
                <a:path w="70485" h="800100">
                  <a:moveTo>
                    <a:pt x="70449" y="799544"/>
                  </a:moveTo>
                  <a:lnTo>
                    <a:pt x="33857" y="786991"/>
                  </a:lnTo>
                  <a:lnTo>
                    <a:pt x="5799" y="752782"/>
                  </a:lnTo>
                  <a:lnTo>
                    <a:pt x="0" y="7236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723622"/>
                  </a:lnTo>
                  <a:lnTo>
                    <a:pt x="44514" y="765964"/>
                  </a:lnTo>
                  <a:lnTo>
                    <a:pt x="66287" y="797888"/>
                  </a:lnTo>
                  <a:lnTo>
                    <a:pt x="70449" y="799544"/>
                  </a:lnTo>
                  <a:close/>
                </a:path>
              </a:pathLst>
            </a:custGeom>
            <a:solidFill>
              <a:srgbClr val="8A2A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33"/>
            <p:cNvSpPr/>
            <p:nvPr/>
          </p:nvSpPr>
          <p:spPr>
            <a:xfrm>
              <a:off x="6419849" y="3390899"/>
              <a:ext cx="5314950" cy="800100"/>
            </a:xfrm>
            <a:custGeom>
              <a:avLst/>
              <a:gdLst/>
              <a:ahLst/>
              <a:cxnLst/>
              <a:rect l="l" t="t" r="r" b="b"/>
              <a:pathLst>
                <a:path w="5314950" h="800100">
                  <a:moveTo>
                    <a:pt x="5243752" y="800099"/>
                  </a:moveTo>
                  <a:lnTo>
                    <a:pt x="53397" y="800099"/>
                  </a:lnTo>
                  <a:lnTo>
                    <a:pt x="49680" y="799611"/>
                  </a:lnTo>
                  <a:lnTo>
                    <a:pt x="14085" y="774243"/>
                  </a:lnTo>
                  <a:lnTo>
                    <a:pt x="366" y="733858"/>
                  </a:lnTo>
                  <a:lnTo>
                    <a:pt x="0" y="728903"/>
                  </a:lnTo>
                  <a:lnTo>
                    <a:pt x="0" y="7238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243752" y="0"/>
                  </a:lnTo>
                  <a:lnTo>
                    <a:pt x="5285243" y="15621"/>
                  </a:lnTo>
                  <a:lnTo>
                    <a:pt x="5311063" y="51661"/>
                  </a:lnTo>
                  <a:lnTo>
                    <a:pt x="5314949" y="71196"/>
                  </a:lnTo>
                  <a:lnTo>
                    <a:pt x="5314949" y="728903"/>
                  </a:lnTo>
                  <a:lnTo>
                    <a:pt x="5299327" y="770393"/>
                  </a:lnTo>
                  <a:lnTo>
                    <a:pt x="5263287" y="796213"/>
                  </a:lnTo>
                  <a:lnTo>
                    <a:pt x="5248707" y="799611"/>
                  </a:lnTo>
                  <a:lnTo>
                    <a:pt x="5243752" y="8000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34"/>
            <p:cNvSpPr/>
            <p:nvPr/>
          </p:nvSpPr>
          <p:spPr>
            <a:xfrm>
              <a:off x="6400800" y="3391177"/>
              <a:ext cx="70485" cy="800100"/>
            </a:xfrm>
            <a:custGeom>
              <a:avLst/>
              <a:gdLst/>
              <a:ahLst/>
              <a:cxnLst/>
              <a:rect l="l" t="t" r="r" b="b"/>
              <a:pathLst>
                <a:path w="70485" h="800100">
                  <a:moveTo>
                    <a:pt x="70449" y="799544"/>
                  </a:moveTo>
                  <a:lnTo>
                    <a:pt x="33857" y="786991"/>
                  </a:lnTo>
                  <a:lnTo>
                    <a:pt x="5799" y="752782"/>
                  </a:lnTo>
                  <a:lnTo>
                    <a:pt x="0" y="7236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723622"/>
                  </a:lnTo>
                  <a:lnTo>
                    <a:pt x="44514" y="765964"/>
                  </a:lnTo>
                  <a:lnTo>
                    <a:pt x="66287" y="797887"/>
                  </a:lnTo>
                  <a:lnTo>
                    <a:pt x="70449" y="799544"/>
                  </a:lnTo>
                  <a:close/>
                </a:path>
              </a:pathLst>
            </a:custGeom>
            <a:solidFill>
              <a:srgbClr val="20B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7149" y="990599"/>
              <a:ext cx="244475" cy="231775"/>
            </a:xfrm>
            <a:prstGeom prst="rect">
              <a:avLst/>
            </a:prstGeom>
          </p:spPr>
        </p:pic>
        <p:pic>
          <p:nvPicPr>
            <p:cNvPr id="78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4474" y="1708149"/>
              <a:ext cx="184150" cy="193675"/>
            </a:xfrm>
            <a:prstGeom prst="rect">
              <a:avLst/>
            </a:prstGeom>
          </p:spPr>
        </p:pic>
        <p:pic>
          <p:nvPicPr>
            <p:cNvPr id="79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88124" y="2673349"/>
              <a:ext cx="196850" cy="171450"/>
            </a:xfrm>
            <a:prstGeom prst="rect">
              <a:avLst/>
            </a:prstGeom>
          </p:spPr>
        </p:pic>
        <p:pic>
          <p:nvPicPr>
            <p:cNvPr id="80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91299" y="3625849"/>
              <a:ext cx="190500" cy="168275"/>
            </a:xfrm>
            <a:prstGeom prst="rect">
              <a:avLst/>
            </a:prstGeom>
          </p:spPr>
        </p:pic>
      </p:grpSp>
      <p:sp>
        <p:nvSpPr>
          <p:cNvPr id="81" name="object 39"/>
          <p:cNvSpPr txBox="1">
            <a:spLocks/>
          </p:cNvSpPr>
          <p:nvPr/>
        </p:nvSpPr>
        <p:spPr>
          <a:xfrm>
            <a:off x="5706084" y="1169192"/>
            <a:ext cx="3177640" cy="508473"/>
          </a:xfrm>
          <a:prstGeom prst="rect">
            <a:avLst/>
          </a:prstGeom>
        </p:spPr>
        <p:txBody>
          <a:bodyPr vert="horz" wrap="square" lIns="0" tIns="1587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3200" spc="-145" dirty="0">
                <a:solidFill>
                  <a:schemeClr val="bg1"/>
                </a:solidFill>
              </a:rPr>
              <a:t>Key</a:t>
            </a:r>
            <a:r>
              <a:rPr lang="en-IN" sz="3200" spc="-80" dirty="0">
                <a:solidFill>
                  <a:schemeClr val="bg1"/>
                </a:solidFill>
              </a:rPr>
              <a:t> </a:t>
            </a:r>
            <a:r>
              <a:rPr lang="en-IN" sz="3200" spc="-90" dirty="0">
                <a:solidFill>
                  <a:schemeClr val="bg1"/>
                </a:solidFill>
              </a:rPr>
              <a:t>Features</a:t>
            </a:r>
          </a:p>
        </p:txBody>
      </p:sp>
      <p:sp>
        <p:nvSpPr>
          <p:cNvPr id="82" name="object 40"/>
          <p:cNvSpPr txBox="1"/>
          <p:nvPr/>
        </p:nvSpPr>
        <p:spPr>
          <a:xfrm>
            <a:off x="6510020" y="1828186"/>
            <a:ext cx="3729354" cy="252222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350" b="1" spc="-65" dirty="0">
                <a:solidFill>
                  <a:srgbClr val="FFFFFF"/>
                </a:solidFill>
                <a:latin typeface="Arial"/>
                <a:cs typeface="Arial"/>
              </a:rPr>
              <a:t>Safe</a:t>
            </a:r>
            <a:r>
              <a:rPr sz="13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b="1" spc="-90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r>
              <a:rPr sz="1350" b="1" spc="-90" dirty="0">
                <a:solidFill>
                  <a:srgbClr val="FFFFFF"/>
                </a:solidFill>
                <a:latin typeface="Arial"/>
                <a:cs typeface="Arial"/>
              </a:rPr>
              <a:t>onion</a:t>
            </a:r>
            <a:r>
              <a:rPr sz="13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Arial"/>
                <a:cs typeface="Arial"/>
              </a:rPr>
              <a:t>Crawling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5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Securely</a:t>
            </a:r>
            <a:r>
              <a:rPr sz="1150" spc="-4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crawls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dark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web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sites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for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sensitive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data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detection</a:t>
            </a:r>
            <a:endParaRPr sz="11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0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0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0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50" b="1" spc="-75" dirty="0">
                <a:solidFill>
                  <a:srgbClr val="FFFFFF"/>
                </a:solidFill>
                <a:latin typeface="Arial"/>
                <a:cs typeface="Arial"/>
              </a:rPr>
              <a:t>Smart</a:t>
            </a:r>
            <a:r>
              <a:rPr sz="13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Arial"/>
                <a:cs typeface="Arial"/>
              </a:rPr>
              <a:t>Filtering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Filters</a:t>
            </a:r>
            <a:r>
              <a:rPr sz="1150" spc="-4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false</a:t>
            </a:r>
            <a:r>
              <a:rPr sz="1150" spc="-4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positives</a:t>
            </a:r>
            <a:r>
              <a:rPr sz="1150" spc="-4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using</a:t>
            </a:r>
            <a:r>
              <a:rPr sz="1150" spc="-4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keyword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scoring</a:t>
            </a:r>
            <a:r>
              <a:rPr sz="1150" spc="-4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algorithms</a:t>
            </a:r>
            <a:endParaRPr sz="11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0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0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0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b="1" spc="-85" dirty="0">
                <a:solidFill>
                  <a:srgbClr val="FFFFFF"/>
                </a:solidFill>
                <a:latin typeface="Arial"/>
                <a:cs typeface="Arial"/>
              </a:rPr>
              <a:t>Report</a:t>
            </a:r>
            <a:r>
              <a:rPr sz="13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Arial"/>
                <a:cs typeface="Arial"/>
              </a:rPr>
              <a:t>Generation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5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Generates</a:t>
            </a:r>
            <a:r>
              <a:rPr sz="11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structured</a:t>
            </a:r>
            <a:r>
              <a:rPr sz="11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reports</a:t>
            </a:r>
            <a:r>
              <a:rPr sz="11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for</a:t>
            </a:r>
            <a:r>
              <a:rPr sz="11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comprehensive</a:t>
            </a:r>
            <a:r>
              <a:rPr sz="11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analysis</a:t>
            </a:r>
            <a:endParaRPr sz="1150" dirty="0">
              <a:latin typeface="Microsoft Sans Serif"/>
              <a:cs typeface="Microsoft Sans Serif"/>
            </a:endParaRPr>
          </a:p>
        </p:txBody>
      </p:sp>
      <p:grpSp>
        <p:nvGrpSpPr>
          <p:cNvPr id="83" name="object 41"/>
          <p:cNvGrpSpPr/>
          <p:nvPr/>
        </p:nvGrpSpPr>
        <p:grpSpPr>
          <a:xfrm>
            <a:off x="5989320" y="4812743"/>
            <a:ext cx="5334000" cy="1409700"/>
            <a:chOff x="6400800" y="4495800"/>
            <a:chExt cx="5334000" cy="1409700"/>
          </a:xfrm>
        </p:grpSpPr>
        <p:pic>
          <p:nvPicPr>
            <p:cNvPr id="84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0800" y="4495800"/>
              <a:ext cx="5333999" cy="1409699"/>
            </a:xfrm>
            <a:prstGeom prst="rect">
              <a:avLst/>
            </a:prstGeom>
          </p:spPr>
        </p:pic>
        <p:sp>
          <p:nvSpPr>
            <p:cNvPr id="85" name="object 43"/>
            <p:cNvSpPr/>
            <p:nvPr/>
          </p:nvSpPr>
          <p:spPr>
            <a:xfrm>
              <a:off x="6400800" y="4495800"/>
              <a:ext cx="5334000" cy="1409700"/>
            </a:xfrm>
            <a:custGeom>
              <a:avLst/>
              <a:gdLst/>
              <a:ahLst/>
              <a:cxnLst/>
              <a:rect l="l" t="t" r="r" b="b"/>
              <a:pathLst>
                <a:path w="5334000" h="1409700">
                  <a:moveTo>
                    <a:pt x="5257799" y="1409699"/>
                  </a:moveTo>
                  <a:lnTo>
                    <a:pt x="76199" y="1409699"/>
                  </a:lnTo>
                  <a:lnTo>
                    <a:pt x="68693" y="1409337"/>
                  </a:lnTo>
                  <a:lnTo>
                    <a:pt x="27882" y="1392432"/>
                  </a:lnTo>
                  <a:lnTo>
                    <a:pt x="3261" y="1355586"/>
                  </a:lnTo>
                  <a:lnTo>
                    <a:pt x="0" y="133349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5257799" y="0"/>
                  </a:lnTo>
                  <a:lnTo>
                    <a:pt x="5300141" y="12829"/>
                  </a:lnTo>
                  <a:lnTo>
                    <a:pt x="5308081" y="19049"/>
                  </a:lnTo>
                  <a:lnTo>
                    <a:pt x="72447" y="19049"/>
                  </a:lnTo>
                  <a:lnTo>
                    <a:pt x="68730" y="19415"/>
                  </a:lnTo>
                  <a:lnTo>
                    <a:pt x="33135" y="38442"/>
                  </a:lnTo>
                  <a:lnTo>
                    <a:pt x="19049" y="72447"/>
                  </a:lnTo>
                  <a:lnTo>
                    <a:pt x="19049" y="1337252"/>
                  </a:lnTo>
                  <a:lnTo>
                    <a:pt x="38442" y="1376564"/>
                  </a:lnTo>
                  <a:lnTo>
                    <a:pt x="72447" y="1390649"/>
                  </a:lnTo>
                  <a:lnTo>
                    <a:pt x="5308080" y="1390649"/>
                  </a:lnTo>
                  <a:lnTo>
                    <a:pt x="5306116" y="1392432"/>
                  </a:lnTo>
                  <a:lnTo>
                    <a:pt x="5265305" y="1409337"/>
                  </a:lnTo>
                  <a:lnTo>
                    <a:pt x="5257799" y="1409699"/>
                  </a:lnTo>
                  <a:close/>
                </a:path>
                <a:path w="5334000" h="1409700">
                  <a:moveTo>
                    <a:pt x="5308080" y="1390649"/>
                  </a:moveTo>
                  <a:lnTo>
                    <a:pt x="5261551" y="1390649"/>
                  </a:lnTo>
                  <a:lnTo>
                    <a:pt x="5265268" y="1390283"/>
                  </a:lnTo>
                  <a:lnTo>
                    <a:pt x="5272629" y="1388819"/>
                  </a:lnTo>
                  <a:lnTo>
                    <a:pt x="5307401" y="1362130"/>
                  </a:lnTo>
                  <a:lnTo>
                    <a:pt x="5314948" y="1337252"/>
                  </a:lnTo>
                  <a:lnTo>
                    <a:pt x="5314948" y="72447"/>
                  </a:lnTo>
                  <a:lnTo>
                    <a:pt x="5295556" y="33135"/>
                  </a:lnTo>
                  <a:lnTo>
                    <a:pt x="5261551" y="19049"/>
                  </a:lnTo>
                  <a:lnTo>
                    <a:pt x="5308081" y="19049"/>
                  </a:lnTo>
                  <a:lnTo>
                    <a:pt x="5330736" y="54112"/>
                  </a:lnTo>
                  <a:lnTo>
                    <a:pt x="5333999" y="1333499"/>
                  </a:lnTo>
                  <a:lnTo>
                    <a:pt x="5333638" y="1340968"/>
                  </a:lnTo>
                  <a:lnTo>
                    <a:pt x="5316732" y="1381817"/>
                  </a:lnTo>
                  <a:lnTo>
                    <a:pt x="5311680" y="1387381"/>
                  </a:lnTo>
                  <a:lnTo>
                    <a:pt x="5308080" y="1390649"/>
                  </a:lnTo>
                  <a:close/>
                </a:path>
              </a:pathLst>
            </a:custGeom>
            <a:solidFill>
              <a:srgbClr val="0066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47183" y="4573055"/>
              <a:ext cx="363539" cy="372499"/>
            </a:xfrm>
            <a:prstGeom prst="rect">
              <a:avLst/>
            </a:prstGeom>
          </p:spPr>
        </p:pic>
      </p:grpSp>
      <p:sp>
        <p:nvSpPr>
          <p:cNvPr id="87" name="object 45"/>
          <p:cNvSpPr txBox="1"/>
          <p:nvPr/>
        </p:nvSpPr>
        <p:spPr>
          <a:xfrm>
            <a:off x="6167120" y="4807371"/>
            <a:ext cx="4978398" cy="14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125"/>
              </a:spcBef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Outcome</a:t>
            </a:r>
            <a:endParaRPr sz="2800" dirty="0">
              <a:latin typeface="Arial"/>
              <a:cs typeface="Arial"/>
            </a:endParaRPr>
          </a:p>
          <a:p>
            <a:pPr marL="12700" marR="5080">
              <a:lnSpc>
                <a:spcPct val="120400"/>
              </a:lnSpc>
              <a:spcBef>
                <a:spcPts val="844"/>
              </a:spcBef>
            </a:pPr>
            <a:r>
              <a:rPr sz="1600" spc="-25" dirty="0">
                <a:solidFill>
                  <a:srgbClr val="E4E7EB"/>
                </a:solidFill>
                <a:latin typeface="Microsoft Sans Serif"/>
                <a:cs typeface="Microsoft Sans Serif"/>
              </a:rPr>
              <a:t>Received</a:t>
            </a:r>
            <a:r>
              <a:rPr sz="160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70" dirty="0">
                <a:solidFill>
                  <a:srgbClr val="FDDF46"/>
                </a:solidFill>
                <a:latin typeface="Arial"/>
                <a:cs typeface="Arial"/>
              </a:rPr>
              <a:t>Appreciation</a:t>
            </a:r>
            <a:r>
              <a:rPr sz="1600" b="1" spc="-95" dirty="0">
                <a:solidFill>
                  <a:srgbClr val="FDDF46"/>
                </a:solidFill>
                <a:latin typeface="Arial"/>
                <a:cs typeface="Arial"/>
              </a:rPr>
              <a:t> </a:t>
            </a:r>
            <a:r>
              <a:rPr sz="1600" b="1" spc="-55" dirty="0">
                <a:solidFill>
                  <a:srgbClr val="FDDF46"/>
                </a:solidFill>
                <a:latin typeface="Arial"/>
                <a:cs typeface="Arial"/>
              </a:rPr>
              <a:t>Letter</a:t>
            </a:r>
            <a:r>
              <a:rPr sz="1600" b="1" spc="-40" dirty="0">
                <a:solidFill>
                  <a:srgbClr val="FDDF4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E4E7EB"/>
                </a:solidFill>
                <a:latin typeface="Microsoft Sans Serif"/>
                <a:cs typeface="Microsoft Sans Serif"/>
              </a:rPr>
              <a:t>from</a:t>
            </a:r>
            <a:r>
              <a:rPr sz="160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E4E7EB"/>
                </a:solidFill>
                <a:latin typeface="Microsoft Sans Serif"/>
                <a:cs typeface="Microsoft Sans Serif"/>
              </a:rPr>
              <a:t>Gurugram</a:t>
            </a:r>
            <a:r>
              <a:rPr sz="1600" spc="-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E4E7EB"/>
                </a:solidFill>
                <a:latin typeface="Microsoft Sans Serif"/>
                <a:cs typeface="Microsoft Sans Serif"/>
              </a:rPr>
              <a:t>Cyber</a:t>
            </a:r>
            <a:r>
              <a:rPr sz="160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 Cell </a:t>
            </a:r>
            <a:r>
              <a:rPr sz="1600" spc="-25" dirty="0">
                <a:solidFill>
                  <a:srgbClr val="E4E7EB"/>
                </a:solidFill>
                <a:latin typeface="Microsoft Sans Serif"/>
                <a:cs typeface="Microsoft Sans Serif"/>
              </a:rPr>
              <a:t>for </a:t>
            </a:r>
            <a:r>
              <a:rPr sz="160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innovation</a:t>
            </a:r>
            <a:r>
              <a:rPr sz="1600" spc="-1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E4E7EB"/>
                </a:solidFill>
                <a:latin typeface="Microsoft Sans Serif"/>
                <a:cs typeface="Microsoft Sans Serif"/>
              </a:rPr>
              <a:t>and</a:t>
            </a:r>
            <a:r>
              <a:rPr sz="1600" spc="-1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E4E7EB"/>
                </a:solidFill>
                <a:latin typeface="Microsoft Sans Serif"/>
                <a:cs typeface="Microsoft Sans Serif"/>
              </a:rPr>
              <a:t>technical</a:t>
            </a:r>
            <a:r>
              <a:rPr sz="1600" spc="-1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excellence</a:t>
            </a:r>
            <a:r>
              <a:rPr sz="1600" spc="-1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E4E7EB"/>
                </a:solidFill>
                <a:latin typeface="Microsoft Sans Serif"/>
                <a:cs typeface="Microsoft Sans Serif"/>
              </a:rPr>
              <a:t>in</a:t>
            </a:r>
            <a:r>
              <a:rPr sz="160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E4E7EB"/>
                </a:solidFill>
                <a:latin typeface="Microsoft Sans Serif"/>
                <a:cs typeface="Microsoft Sans Serif"/>
              </a:rPr>
              <a:t>cybersecurity</a:t>
            </a:r>
            <a:r>
              <a:rPr sz="1600" spc="-1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E4E7EB"/>
                </a:solidFill>
                <a:latin typeface="Microsoft Sans Serif"/>
                <a:cs typeface="Microsoft Sans Serif"/>
              </a:rPr>
              <a:t>research</a:t>
            </a:r>
            <a:r>
              <a:rPr sz="1600" spc="-25" dirty="0">
                <a:solidFill>
                  <a:srgbClr val="E4E7EB"/>
                </a:solidFill>
                <a:latin typeface="Roboto Lt"/>
                <a:cs typeface="Roboto Lt"/>
              </a:rPr>
              <a:t>.</a:t>
            </a:r>
            <a:endParaRPr sz="1600" dirty="0">
              <a:latin typeface="Roboto Lt"/>
              <a:cs typeface="Roboto Lt"/>
            </a:endParaRPr>
          </a:p>
        </p:txBody>
      </p:sp>
      <p:grpSp>
        <p:nvGrpSpPr>
          <p:cNvPr id="88" name="object 8"/>
          <p:cNvGrpSpPr/>
          <p:nvPr/>
        </p:nvGrpSpPr>
        <p:grpSpPr>
          <a:xfrm>
            <a:off x="535306" y="4472309"/>
            <a:ext cx="2590800" cy="552450"/>
            <a:chOff x="457199" y="4229100"/>
            <a:chExt cx="2590800" cy="552450"/>
          </a:xfrm>
        </p:grpSpPr>
        <p:sp>
          <p:nvSpPr>
            <p:cNvPr id="89" name="object 9"/>
            <p:cNvSpPr/>
            <p:nvPr/>
          </p:nvSpPr>
          <p:spPr>
            <a:xfrm>
              <a:off x="457199" y="4229100"/>
              <a:ext cx="2590800" cy="552450"/>
            </a:xfrm>
            <a:custGeom>
              <a:avLst/>
              <a:gdLst/>
              <a:ahLst/>
              <a:cxnLst/>
              <a:rect l="l" t="t" r="r" b="b"/>
              <a:pathLst>
                <a:path w="2590800" h="552450">
                  <a:moveTo>
                    <a:pt x="2514599" y="552449"/>
                  </a:moveTo>
                  <a:lnTo>
                    <a:pt x="76199" y="552449"/>
                  </a:lnTo>
                  <a:lnTo>
                    <a:pt x="68693" y="552087"/>
                  </a:lnTo>
                  <a:lnTo>
                    <a:pt x="27882" y="535182"/>
                  </a:lnTo>
                  <a:lnTo>
                    <a:pt x="3262" y="498336"/>
                  </a:lnTo>
                  <a:lnTo>
                    <a:pt x="0" y="4762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514599" y="0"/>
                  </a:lnTo>
                  <a:lnTo>
                    <a:pt x="2556941" y="12829"/>
                  </a:lnTo>
                  <a:lnTo>
                    <a:pt x="2584999" y="47038"/>
                  </a:lnTo>
                  <a:lnTo>
                    <a:pt x="2590799" y="76199"/>
                  </a:lnTo>
                  <a:lnTo>
                    <a:pt x="2590799" y="476249"/>
                  </a:lnTo>
                  <a:lnTo>
                    <a:pt x="2577969" y="518592"/>
                  </a:lnTo>
                  <a:lnTo>
                    <a:pt x="2543759" y="546649"/>
                  </a:lnTo>
                  <a:lnTo>
                    <a:pt x="2514599" y="552449"/>
                  </a:lnTo>
                  <a:close/>
                </a:path>
              </a:pathLst>
            </a:custGeom>
            <a:solidFill>
              <a:srgbClr val="0066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10"/>
            <p:cNvSpPr/>
            <p:nvPr/>
          </p:nvSpPr>
          <p:spPr>
            <a:xfrm>
              <a:off x="457199" y="4229100"/>
              <a:ext cx="2590800" cy="552450"/>
            </a:xfrm>
            <a:custGeom>
              <a:avLst/>
              <a:gdLst/>
              <a:ahLst/>
              <a:cxnLst/>
              <a:rect l="l" t="t" r="r" b="b"/>
              <a:pathLst>
                <a:path w="2590800" h="552450">
                  <a:moveTo>
                    <a:pt x="2514599" y="552449"/>
                  </a:moveTo>
                  <a:lnTo>
                    <a:pt x="76199" y="552449"/>
                  </a:lnTo>
                  <a:lnTo>
                    <a:pt x="68693" y="552087"/>
                  </a:lnTo>
                  <a:lnTo>
                    <a:pt x="27882" y="535182"/>
                  </a:lnTo>
                  <a:lnTo>
                    <a:pt x="3262" y="498336"/>
                  </a:lnTo>
                  <a:lnTo>
                    <a:pt x="0" y="4762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514599" y="0"/>
                  </a:lnTo>
                  <a:lnTo>
                    <a:pt x="2551420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480627"/>
                  </a:lnTo>
                  <a:lnTo>
                    <a:pt x="9833" y="483756"/>
                  </a:lnTo>
                  <a:lnTo>
                    <a:pt x="9952" y="484963"/>
                  </a:lnTo>
                  <a:lnTo>
                    <a:pt x="25957" y="520300"/>
                  </a:lnTo>
                  <a:lnTo>
                    <a:pt x="58898" y="540789"/>
                  </a:lnTo>
                  <a:lnTo>
                    <a:pt x="71822" y="542924"/>
                  </a:lnTo>
                  <a:lnTo>
                    <a:pt x="2551419" y="542924"/>
                  </a:lnTo>
                  <a:lnTo>
                    <a:pt x="2550556" y="543441"/>
                  </a:lnTo>
                  <a:lnTo>
                    <a:pt x="2543760" y="546649"/>
                  </a:lnTo>
                  <a:lnTo>
                    <a:pt x="2536686" y="549186"/>
                  </a:lnTo>
                  <a:lnTo>
                    <a:pt x="2529468" y="550999"/>
                  </a:lnTo>
                  <a:lnTo>
                    <a:pt x="2522106" y="552087"/>
                  </a:lnTo>
                  <a:lnTo>
                    <a:pt x="2514599" y="552449"/>
                  </a:lnTo>
                  <a:close/>
                </a:path>
                <a:path w="2590800" h="552450">
                  <a:moveTo>
                    <a:pt x="2551419" y="542924"/>
                  </a:moveTo>
                  <a:lnTo>
                    <a:pt x="2518977" y="542924"/>
                  </a:lnTo>
                  <a:lnTo>
                    <a:pt x="2523313" y="542497"/>
                  </a:lnTo>
                  <a:lnTo>
                    <a:pt x="2531901" y="540789"/>
                  </a:lnTo>
                  <a:lnTo>
                    <a:pt x="2564841" y="520300"/>
                  </a:lnTo>
                  <a:lnTo>
                    <a:pt x="2580847" y="484963"/>
                  </a:lnTo>
                  <a:lnTo>
                    <a:pt x="2581274" y="480627"/>
                  </a:lnTo>
                  <a:lnTo>
                    <a:pt x="2581274" y="71821"/>
                  </a:lnTo>
                  <a:lnTo>
                    <a:pt x="2567605" y="35517"/>
                  </a:lnTo>
                  <a:lnTo>
                    <a:pt x="2535756" y="12829"/>
                  </a:lnTo>
                  <a:lnTo>
                    <a:pt x="2518977" y="9524"/>
                  </a:lnTo>
                  <a:lnTo>
                    <a:pt x="2551420" y="9524"/>
                  </a:lnTo>
                  <a:lnTo>
                    <a:pt x="2581791" y="40242"/>
                  </a:lnTo>
                  <a:lnTo>
                    <a:pt x="2590799" y="476249"/>
                  </a:lnTo>
                  <a:lnTo>
                    <a:pt x="2590437" y="483756"/>
                  </a:lnTo>
                  <a:lnTo>
                    <a:pt x="2573532" y="524567"/>
                  </a:lnTo>
                  <a:lnTo>
                    <a:pt x="2557069" y="539524"/>
                  </a:lnTo>
                  <a:lnTo>
                    <a:pt x="2551419" y="542924"/>
                  </a:lnTo>
                  <a:close/>
                </a:path>
              </a:pathLst>
            </a:custGeom>
            <a:solidFill>
              <a:srgbClr val="0066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1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1024" y="4400549"/>
              <a:ext cx="206375" cy="209550"/>
            </a:xfrm>
            <a:prstGeom prst="rect">
              <a:avLst/>
            </a:prstGeom>
          </p:spPr>
        </p:pic>
      </p:grpSp>
      <p:sp>
        <p:nvSpPr>
          <p:cNvPr id="92" name="object 12"/>
          <p:cNvSpPr txBox="1"/>
          <p:nvPr/>
        </p:nvSpPr>
        <p:spPr>
          <a:xfrm>
            <a:off x="960757" y="4622242"/>
            <a:ext cx="54102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Python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93" name="object 13"/>
          <p:cNvGrpSpPr/>
          <p:nvPr/>
        </p:nvGrpSpPr>
        <p:grpSpPr>
          <a:xfrm>
            <a:off x="3278506" y="4472309"/>
            <a:ext cx="2590800" cy="552450"/>
            <a:chOff x="3200399" y="4229100"/>
            <a:chExt cx="2590800" cy="552450"/>
          </a:xfrm>
        </p:grpSpPr>
        <p:sp>
          <p:nvSpPr>
            <p:cNvPr id="94" name="object 14"/>
            <p:cNvSpPr/>
            <p:nvPr/>
          </p:nvSpPr>
          <p:spPr>
            <a:xfrm>
              <a:off x="3200399" y="4229100"/>
              <a:ext cx="2590800" cy="552450"/>
            </a:xfrm>
            <a:custGeom>
              <a:avLst/>
              <a:gdLst/>
              <a:ahLst/>
              <a:cxnLst/>
              <a:rect l="l" t="t" r="r" b="b"/>
              <a:pathLst>
                <a:path w="2590800" h="552450">
                  <a:moveTo>
                    <a:pt x="2514599" y="552449"/>
                  </a:moveTo>
                  <a:lnTo>
                    <a:pt x="76199" y="552449"/>
                  </a:lnTo>
                  <a:lnTo>
                    <a:pt x="68693" y="552087"/>
                  </a:lnTo>
                  <a:lnTo>
                    <a:pt x="27882" y="535182"/>
                  </a:lnTo>
                  <a:lnTo>
                    <a:pt x="3262" y="498336"/>
                  </a:lnTo>
                  <a:lnTo>
                    <a:pt x="0" y="4762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514599" y="0"/>
                  </a:lnTo>
                  <a:lnTo>
                    <a:pt x="2556941" y="12829"/>
                  </a:lnTo>
                  <a:lnTo>
                    <a:pt x="2584998" y="47038"/>
                  </a:lnTo>
                  <a:lnTo>
                    <a:pt x="2590799" y="76199"/>
                  </a:lnTo>
                  <a:lnTo>
                    <a:pt x="2590799" y="476249"/>
                  </a:lnTo>
                  <a:lnTo>
                    <a:pt x="2577969" y="518592"/>
                  </a:lnTo>
                  <a:lnTo>
                    <a:pt x="2543759" y="546649"/>
                  </a:lnTo>
                  <a:lnTo>
                    <a:pt x="2514599" y="552449"/>
                  </a:lnTo>
                  <a:close/>
                </a:path>
              </a:pathLst>
            </a:custGeom>
            <a:solidFill>
              <a:srgbClr val="8A2AE2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15"/>
            <p:cNvSpPr/>
            <p:nvPr/>
          </p:nvSpPr>
          <p:spPr>
            <a:xfrm>
              <a:off x="3200399" y="4229100"/>
              <a:ext cx="2590800" cy="552450"/>
            </a:xfrm>
            <a:custGeom>
              <a:avLst/>
              <a:gdLst/>
              <a:ahLst/>
              <a:cxnLst/>
              <a:rect l="l" t="t" r="r" b="b"/>
              <a:pathLst>
                <a:path w="2590800" h="552450">
                  <a:moveTo>
                    <a:pt x="2514599" y="552449"/>
                  </a:moveTo>
                  <a:lnTo>
                    <a:pt x="76199" y="552449"/>
                  </a:lnTo>
                  <a:lnTo>
                    <a:pt x="68693" y="552087"/>
                  </a:lnTo>
                  <a:lnTo>
                    <a:pt x="27882" y="535182"/>
                  </a:lnTo>
                  <a:lnTo>
                    <a:pt x="3262" y="498336"/>
                  </a:lnTo>
                  <a:lnTo>
                    <a:pt x="0" y="4762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514599" y="0"/>
                  </a:lnTo>
                  <a:lnTo>
                    <a:pt x="2551420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480627"/>
                  </a:lnTo>
                  <a:lnTo>
                    <a:pt x="23193" y="516932"/>
                  </a:lnTo>
                  <a:lnTo>
                    <a:pt x="54728" y="539524"/>
                  </a:lnTo>
                  <a:lnTo>
                    <a:pt x="71821" y="542924"/>
                  </a:lnTo>
                  <a:lnTo>
                    <a:pt x="2551419" y="542924"/>
                  </a:lnTo>
                  <a:lnTo>
                    <a:pt x="2550556" y="543441"/>
                  </a:lnTo>
                  <a:lnTo>
                    <a:pt x="2543759" y="546649"/>
                  </a:lnTo>
                  <a:lnTo>
                    <a:pt x="2536686" y="549186"/>
                  </a:lnTo>
                  <a:lnTo>
                    <a:pt x="2529468" y="550999"/>
                  </a:lnTo>
                  <a:lnTo>
                    <a:pt x="2522106" y="552087"/>
                  </a:lnTo>
                  <a:lnTo>
                    <a:pt x="2514599" y="552449"/>
                  </a:lnTo>
                  <a:close/>
                </a:path>
                <a:path w="2590800" h="552450">
                  <a:moveTo>
                    <a:pt x="2551419" y="542924"/>
                  </a:moveTo>
                  <a:lnTo>
                    <a:pt x="2518977" y="542924"/>
                  </a:lnTo>
                  <a:lnTo>
                    <a:pt x="2523312" y="542497"/>
                  </a:lnTo>
                  <a:lnTo>
                    <a:pt x="2531900" y="540789"/>
                  </a:lnTo>
                  <a:lnTo>
                    <a:pt x="2564841" y="520300"/>
                  </a:lnTo>
                  <a:lnTo>
                    <a:pt x="2580847" y="484963"/>
                  </a:lnTo>
                  <a:lnTo>
                    <a:pt x="2581274" y="480627"/>
                  </a:lnTo>
                  <a:lnTo>
                    <a:pt x="2581274" y="71821"/>
                  </a:lnTo>
                  <a:lnTo>
                    <a:pt x="2580966" y="68693"/>
                  </a:lnTo>
                  <a:lnTo>
                    <a:pt x="2580847" y="67486"/>
                  </a:lnTo>
                  <a:lnTo>
                    <a:pt x="2564841" y="32149"/>
                  </a:lnTo>
                  <a:lnTo>
                    <a:pt x="2531900" y="11660"/>
                  </a:lnTo>
                  <a:lnTo>
                    <a:pt x="2518977" y="9524"/>
                  </a:lnTo>
                  <a:lnTo>
                    <a:pt x="2551420" y="9524"/>
                  </a:lnTo>
                  <a:lnTo>
                    <a:pt x="2581791" y="40242"/>
                  </a:lnTo>
                  <a:lnTo>
                    <a:pt x="2590799" y="476249"/>
                  </a:lnTo>
                  <a:lnTo>
                    <a:pt x="2590437" y="483756"/>
                  </a:lnTo>
                  <a:lnTo>
                    <a:pt x="2573532" y="524567"/>
                  </a:lnTo>
                  <a:lnTo>
                    <a:pt x="2557069" y="539524"/>
                  </a:lnTo>
                  <a:lnTo>
                    <a:pt x="2551419" y="542924"/>
                  </a:lnTo>
                  <a:close/>
                </a:path>
              </a:pathLst>
            </a:custGeom>
            <a:solidFill>
              <a:srgbClr val="8A2AE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4224" y="4391024"/>
              <a:ext cx="285750" cy="228600"/>
            </a:xfrm>
            <a:prstGeom prst="rect">
              <a:avLst/>
            </a:prstGeom>
          </p:spPr>
        </p:pic>
      </p:grpSp>
      <p:sp>
        <p:nvSpPr>
          <p:cNvPr id="97" name="object 17"/>
          <p:cNvSpPr txBox="1"/>
          <p:nvPr/>
        </p:nvSpPr>
        <p:spPr>
          <a:xfrm>
            <a:off x="3789682" y="4622242"/>
            <a:ext cx="55245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Tor</a:t>
            </a:r>
            <a:r>
              <a:rPr sz="13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5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API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98" name="object 18"/>
          <p:cNvGrpSpPr/>
          <p:nvPr/>
        </p:nvGrpSpPr>
        <p:grpSpPr>
          <a:xfrm>
            <a:off x="535306" y="5177159"/>
            <a:ext cx="2590800" cy="552450"/>
            <a:chOff x="457199" y="4933950"/>
            <a:chExt cx="2590800" cy="552450"/>
          </a:xfrm>
        </p:grpSpPr>
        <p:sp>
          <p:nvSpPr>
            <p:cNvPr id="99" name="object 19"/>
            <p:cNvSpPr/>
            <p:nvPr/>
          </p:nvSpPr>
          <p:spPr>
            <a:xfrm>
              <a:off x="457199" y="4933950"/>
              <a:ext cx="2590800" cy="552450"/>
            </a:xfrm>
            <a:custGeom>
              <a:avLst/>
              <a:gdLst/>
              <a:ahLst/>
              <a:cxnLst/>
              <a:rect l="l" t="t" r="r" b="b"/>
              <a:pathLst>
                <a:path w="2590800" h="552450">
                  <a:moveTo>
                    <a:pt x="2514599" y="552449"/>
                  </a:moveTo>
                  <a:lnTo>
                    <a:pt x="76199" y="552449"/>
                  </a:lnTo>
                  <a:lnTo>
                    <a:pt x="68693" y="552087"/>
                  </a:lnTo>
                  <a:lnTo>
                    <a:pt x="27882" y="535182"/>
                  </a:lnTo>
                  <a:lnTo>
                    <a:pt x="3262" y="498336"/>
                  </a:lnTo>
                  <a:lnTo>
                    <a:pt x="0" y="476249"/>
                  </a:lnTo>
                  <a:lnTo>
                    <a:pt x="0" y="76199"/>
                  </a:lnTo>
                  <a:lnTo>
                    <a:pt x="12830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514599" y="0"/>
                  </a:lnTo>
                  <a:lnTo>
                    <a:pt x="2556941" y="12829"/>
                  </a:lnTo>
                  <a:lnTo>
                    <a:pt x="2584999" y="47038"/>
                  </a:lnTo>
                  <a:lnTo>
                    <a:pt x="2590799" y="76199"/>
                  </a:lnTo>
                  <a:lnTo>
                    <a:pt x="2590799" y="476249"/>
                  </a:lnTo>
                  <a:lnTo>
                    <a:pt x="2577969" y="518591"/>
                  </a:lnTo>
                  <a:lnTo>
                    <a:pt x="2543759" y="546649"/>
                  </a:lnTo>
                  <a:lnTo>
                    <a:pt x="2514599" y="552449"/>
                  </a:lnTo>
                  <a:close/>
                </a:path>
              </a:pathLst>
            </a:custGeom>
            <a:solidFill>
              <a:srgbClr val="20B1AA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20"/>
            <p:cNvSpPr/>
            <p:nvPr/>
          </p:nvSpPr>
          <p:spPr>
            <a:xfrm>
              <a:off x="457199" y="4933950"/>
              <a:ext cx="2590800" cy="552450"/>
            </a:xfrm>
            <a:custGeom>
              <a:avLst/>
              <a:gdLst/>
              <a:ahLst/>
              <a:cxnLst/>
              <a:rect l="l" t="t" r="r" b="b"/>
              <a:pathLst>
                <a:path w="2590800" h="552450">
                  <a:moveTo>
                    <a:pt x="2514599" y="552449"/>
                  </a:moveTo>
                  <a:lnTo>
                    <a:pt x="76199" y="552449"/>
                  </a:lnTo>
                  <a:lnTo>
                    <a:pt x="68693" y="552087"/>
                  </a:lnTo>
                  <a:lnTo>
                    <a:pt x="27882" y="535182"/>
                  </a:lnTo>
                  <a:lnTo>
                    <a:pt x="3262" y="498336"/>
                  </a:lnTo>
                  <a:lnTo>
                    <a:pt x="0" y="476249"/>
                  </a:lnTo>
                  <a:lnTo>
                    <a:pt x="0" y="76199"/>
                  </a:lnTo>
                  <a:lnTo>
                    <a:pt x="12830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514599" y="0"/>
                  </a:lnTo>
                  <a:lnTo>
                    <a:pt x="2551420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480627"/>
                  </a:lnTo>
                  <a:lnTo>
                    <a:pt x="23194" y="516932"/>
                  </a:lnTo>
                  <a:lnTo>
                    <a:pt x="54729" y="539524"/>
                  </a:lnTo>
                  <a:lnTo>
                    <a:pt x="71822" y="542924"/>
                  </a:lnTo>
                  <a:lnTo>
                    <a:pt x="2551419" y="542924"/>
                  </a:lnTo>
                  <a:lnTo>
                    <a:pt x="2550556" y="543441"/>
                  </a:lnTo>
                  <a:lnTo>
                    <a:pt x="2543760" y="546649"/>
                  </a:lnTo>
                  <a:lnTo>
                    <a:pt x="2536686" y="549186"/>
                  </a:lnTo>
                  <a:lnTo>
                    <a:pt x="2529468" y="550999"/>
                  </a:lnTo>
                  <a:lnTo>
                    <a:pt x="2522106" y="552087"/>
                  </a:lnTo>
                  <a:lnTo>
                    <a:pt x="2514599" y="552449"/>
                  </a:lnTo>
                  <a:close/>
                </a:path>
                <a:path w="2590800" h="552450">
                  <a:moveTo>
                    <a:pt x="2551419" y="542924"/>
                  </a:moveTo>
                  <a:lnTo>
                    <a:pt x="2518977" y="542924"/>
                  </a:lnTo>
                  <a:lnTo>
                    <a:pt x="2523313" y="542497"/>
                  </a:lnTo>
                  <a:lnTo>
                    <a:pt x="2531901" y="540789"/>
                  </a:lnTo>
                  <a:lnTo>
                    <a:pt x="2564841" y="520300"/>
                  </a:lnTo>
                  <a:lnTo>
                    <a:pt x="2580847" y="484963"/>
                  </a:lnTo>
                  <a:lnTo>
                    <a:pt x="2581274" y="480627"/>
                  </a:lnTo>
                  <a:lnTo>
                    <a:pt x="2581274" y="71821"/>
                  </a:lnTo>
                  <a:lnTo>
                    <a:pt x="2580966" y="68693"/>
                  </a:lnTo>
                  <a:lnTo>
                    <a:pt x="2580847" y="67485"/>
                  </a:lnTo>
                  <a:lnTo>
                    <a:pt x="2564841" y="32149"/>
                  </a:lnTo>
                  <a:lnTo>
                    <a:pt x="2531900" y="11660"/>
                  </a:lnTo>
                  <a:lnTo>
                    <a:pt x="2518977" y="9524"/>
                  </a:lnTo>
                  <a:lnTo>
                    <a:pt x="2551420" y="9524"/>
                  </a:lnTo>
                  <a:lnTo>
                    <a:pt x="2581791" y="40242"/>
                  </a:lnTo>
                  <a:lnTo>
                    <a:pt x="2590799" y="476249"/>
                  </a:lnTo>
                  <a:lnTo>
                    <a:pt x="2590437" y="483756"/>
                  </a:lnTo>
                  <a:lnTo>
                    <a:pt x="2573532" y="524566"/>
                  </a:lnTo>
                  <a:lnTo>
                    <a:pt x="2557069" y="539524"/>
                  </a:lnTo>
                  <a:lnTo>
                    <a:pt x="2551419" y="542924"/>
                  </a:lnTo>
                  <a:close/>
                </a:path>
              </a:pathLst>
            </a:custGeom>
            <a:solidFill>
              <a:srgbClr val="20B1A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7849" y="5092699"/>
              <a:ext cx="234950" cy="234950"/>
            </a:xfrm>
            <a:prstGeom prst="rect">
              <a:avLst/>
            </a:prstGeom>
          </p:spPr>
        </p:pic>
      </p:grpSp>
      <p:sp>
        <p:nvSpPr>
          <p:cNvPr id="102" name="object 22"/>
          <p:cNvSpPr txBox="1"/>
          <p:nvPr/>
        </p:nvSpPr>
        <p:spPr>
          <a:xfrm>
            <a:off x="989332" y="5327092"/>
            <a:ext cx="104965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BeautifulSoup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103" name="object 23"/>
          <p:cNvGrpSpPr/>
          <p:nvPr/>
        </p:nvGrpSpPr>
        <p:grpSpPr>
          <a:xfrm>
            <a:off x="3278506" y="5177159"/>
            <a:ext cx="2590800" cy="552450"/>
            <a:chOff x="3200399" y="4933950"/>
            <a:chExt cx="2590800" cy="552450"/>
          </a:xfrm>
        </p:grpSpPr>
        <p:sp>
          <p:nvSpPr>
            <p:cNvPr id="104" name="object 24"/>
            <p:cNvSpPr/>
            <p:nvPr/>
          </p:nvSpPr>
          <p:spPr>
            <a:xfrm>
              <a:off x="3200399" y="4933950"/>
              <a:ext cx="2590800" cy="552450"/>
            </a:xfrm>
            <a:custGeom>
              <a:avLst/>
              <a:gdLst/>
              <a:ahLst/>
              <a:cxnLst/>
              <a:rect l="l" t="t" r="r" b="b"/>
              <a:pathLst>
                <a:path w="2590800" h="552450">
                  <a:moveTo>
                    <a:pt x="2514599" y="552449"/>
                  </a:moveTo>
                  <a:lnTo>
                    <a:pt x="76199" y="552449"/>
                  </a:lnTo>
                  <a:lnTo>
                    <a:pt x="68693" y="552087"/>
                  </a:lnTo>
                  <a:lnTo>
                    <a:pt x="27882" y="535182"/>
                  </a:lnTo>
                  <a:lnTo>
                    <a:pt x="3262" y="498336"/>
                  </a:lnTo>
                  <a:lnTo>
                    <a:pt x="0" y="47624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514599" y="0"/>
                  </a:lnTo>
                  <a:lnTo>
                    <a:pt x="2556941" y="12829"/>
                  </a:lnTo>
                  <a:lnTo>
                    <a:pt x="2584998" y="47038"/>
                  </a:lnTo>
                  <a:lnTo>
                    <a:pt x="2590799" y="76199"/>
                  </a:lnTo>
                  <a:lnTo>
                    <a:pt x="2590799" y="476249"/>
                  </a:lnTo>
                  <a:lnTo>
                    <a:pt x="2577969" y="518591"/>
                  </a:lnTo>
                  <a:lnTo>
                    <a:pt x="2543759" y="546649"/>
                  </a:lnTo>
                  <a:lnTo>
                    <a:pt x="2514599" y="552449"/>
                  </a:lnTo>
                  <a:close/>
                </a:path>
              </a:pathLst>
            </a:custGeom>
            <a:solidFill>
              <a:srgbClr val="0066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25"/>
            <p:cNvSpPr/>
            <p:nvPr/>
          </p:nvSpPr>
          <p:spPr>
            <a:xfrm>
              <a:off x="3200399" y="4933950"/>
              <a:ext cx="2590800" cy="552450"/>
            </a:xfrm>
            <a:custGeom>
              <a:avLst/>
              <a:gdLst/>
              <a:ahLst/>
              <a:cxnLst/>
              <a:rect l="l" t="t" r="r" b="b"/>
              <a:pathLst>
                <a:path w="2590800" h="552450">
                  <a:moveTo>
                    <a:pt x="2514599" y="552449"/>
                  </a:moveTo>
                  <a:lnTo>
                    <a:pt x="76199" y="552449"/>
                  </a:lnTo>
                  <a:lnTo>
                    <a:pt x="68693" y="552087"/>
                  </a:lnTo>
                  <a:lnTo>
                    <a:pt x="27882" y="535182"/>
                  </a:lnTo>
                  <a:lnTo>
                    <a:pt x="3262" y="498336"/>
                  </a:lnTo>
                  <a:lnTo>
                    <a:pt x="0" y="47624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514599" y="0"/>
                  </a:lnTo>
                  <a:lnTo>
                    <a:pt x="2551420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480627"/>
                  </a:lnTo>
                  <a:lnTo>
                    <a:pt x="9832" y="483756"/>
                  </a:lnTo>
                  <a:lnTo>
                    <a:pt x="9951" y="484963"/>
                  </a:lnTo>
                  <a:lnTo>
                    <a:pt x="25957" y="520300"/>
                  </a:lnTo>
                  <a:lnTo>
                    <a:pt x="58897" y="540789"/>
                  </a:lnTo>
                  <a:lnTo>
                    <a:pt x="71821" y="542924"/>
                  </a:lnTo>
                  <a:lnTo>
                    <a:pt x="2551419" y="542924"/>
                  </a:lnTo>
                  <a:lnTo>
                    <a:pt x="2550556" y="543441"/>
                  </a:lnTo>
                  <a:lnTo>
                    <a:pt x="2543759" y="546649"/>
                  </a:lnTo>
                  <a:lnTo>
                    <a:pt x="2536686" y="549186"/>
                  </a:lnTo>
                  <a:lnTo>
                    <a:pt x="2529468" y="550999"/>
                  </a:lnTo>
                  <a:lnTo>
                    <a:pt x="2522106" y="552087"/>
                  </a:lnTo>
                  <a:lnTo>
                    <a:pt x="2514599" y="552449"/>
                  </a:lnTo>
                  <a:close/>
                </a:path>
                <a:path w="2590800" h="552450">
                  <a:moveTo>
                    <a:pt x="2551419" y="542924"/>
                  </a:moveTo>
                  <a:lnTo>
                    <a:pt x="2518977" y="542924"/>
                  </a:lnTo>
                  <a:lnTo>
                    <a:pt x="2523312" y="542497"/>
                  </a:lnTo>
                  <a:lnTo>
                    <a:pt x="2531900" y="540789"/>
                  </a:lnTo>
                  <a:lnTo>
                    <a:pt x="2564841" y="520300"/>
                  </a:lnTo>
                  <a:lnTo>
                    <a:pt x="2580847" y="484963"/>
                  </a:lnTo>
                  <a:lnTo>
                    <a:pt x="2581274" y="480627"/>
                  </a:lnTo>
                  <a:lnTo>
                    <a:pt x="2581274" y="71821"/>
                  </a:lnTo>
                  <a:lnTo>
                    <a:pt x="2580966" y="68693"/>
                  </a:lnTo>
                  <a:lnTo>
                    <a:pt x="2580847" y="67485"/>
                  </a:lnTo>
                  <a:lnTo>
                    <a:pt x="2564841" y="32149"/>
                  </a:lnTo>
                  <a:lnTo>
                    <a:pt x="2531900" y="11660"/>
                  </a:lnTo>
                  <a:lnTo>
                    <a:pt x="2518977" y="9524"/>
                  </a:lnTo>
                  <a:lnTo>
                    <a:pt x="2551420" y="9524"/>
                  </a:lnTo>
                  <a:lnTo>
                    <a:pt x="2581791" y="40242"/>
                  </a:lnTo>
                  <a:lnTo>
                    <a:pt x="2590799" y="476249"/>
                  </a:lnTo>
                  <a:lnTo>
                    <a:pt x="2590437" y="483756"/>
                  </a:lnTo>
                  <a:lnTo>
                    <a:pt x="2573532" y="524566"/>
                  </a:lnTo>
                  <a:lnTo>
                    <a:pt x="2557069" y="539524"/>
                  </a:lnTo>
                  <a:lnTo>
                    <a:pt x="2551419" y="542924"/>
                  </a:lnTo>
                  <a:close/>
                </a:path>
              </a:pathLst>
            </a:custGeom>
            <a:solidFill>
              <a:srgbClr val="0066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24224" y="5095874"/>
              <a:ext cx="200025" cy="228600"/>
            </a:xfrm>
            <a:prstGeom prst="rect">
              <a:avLst/>
            </a:prstGeom>
          </p:spPr>
        </p:pic>
      </p:grpSp>
      <p:sp>
        <p:nvSpPr>
          <p:cNvPr id="107" name="object 27"/>
          <p:cNvSpPr txBox="1"/>
          <p:nvPr/>
        </p:nvSpPr>
        <p:spPr>
          <a:xfrm>
            <a:off x="3703957" y="5327092"/>
            <a:ext cx="505459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SQLite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08" name="object 7"/>
          <p:cNvSpPr txBox="1"/>
          <p:nvPr/>
        </p:nvSpPr>
        <p:spPr>
          <a:xfrm>
            <a:off x="895480" y="1184719"/>
            <a:ext cx="4831080" cy="31906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95"/>
              </a:spcBef>
            </a:pPr>
            <a:endParaRPr lang="en-US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354965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endParaRPr sz="2800" dirty="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135"/>
              </a:spcBef>
            </a:pP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Detect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analyze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leaked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credentials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Roboto Lt"/>
                <a:cs typeface="Roboto Lt"/>
              </a:rPr>
              <a:t>&amp;</a:t>
            </a:r>
            <a:r>
              <a:rPr sz="2000" spc="-30" dirty="0">
                <a:solidFill>
                  <a:srgbClr val="D0D5DA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stolen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data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from</a:t>
            </a:r>
            <a:r>
              <a:rPr sz="20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dark</a:t>
            </a:r>
            <a:r>
              <a:rPr sz="20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web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sources</a:t>
            </a:r>
            <a:r>
              <a:rPr sz="2000" spc="-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D0D5DA"/>
                </a:solidFill>
                <a:latin typeface="Microsoft Sans Serif"/>
                <a:cs typeface="Microsoft Sans Serif"/>
              </a:rPr>
              <a:t>for cybersecurity intelligence </a:t>
            </a:r>
            <a:r>
              <a:rPr sz="20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gathering</a:t>
            </a:r>
            <a:r>
              <a:rPr sz="2000" spc="-10" dirty="0">
                <a:solidFill>
                  <a:srgbClr val="D0D5DA"/>
                </a:solidFill>
                <a:latin typeface="Roboto Lt"/>
                <a:cs typeface="Roboto Lt"/>
              </a:rPr>
              <a:t>.</a:t>
            </a:r>
            <a:endParaRPr sz="1600" dirty="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600" dirty="0">
              <a:latin typeface="Roboto Lt"/>
              <a:cs typeface="Roboto Lt"/>
            </a:endParaRPr>
          </a:p>
          <a:p>
            <a:pPr marL="412115">
              <a:lnSpc>
                <a:spcPct val="100000"/>
              </a:lnSpc>
            </a:pP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Tech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Stack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109" name="object 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65506" y="3951051"/>
            <a:ext cx="373809" cy="348753"/>
          </a:xfrm>
          <a:prstGeom prst="rect">
            <a:avLst/>
          </a:prstGeom>
        </p:spPr>
      </p:pic>
      <p:pic>
        <p:nvPicPr>
          <p:cNvPr id="110" name="object 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09681" y="1828186"/>
            <a:ext cx="373808" cy="43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90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F1F94-A1D2-215F-9D24-5573C14BD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F51CA3A-DB7F-B7AF-9AB5-04329FCAD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251A63-2F19-625F-BC18-D7E53216D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4FDA2D-821A-9A43-70E0-F789FC8BF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4B228B-9602-7B8C-B1C7-F28047F0B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56614894-EE81-2F6A-4C3F-44B6517C5FE1}"/>
              </a:ext>
            </a:extLst>
          </p:cNvPr>
          <p:cNvPicPr/>
          <p:nvPr/>
        </p:nvPicPr>
        <p:blipFill>
          <a:blip r:embed="rId3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B51C60AB-0266-8927-A2C9-34A0936DB33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6217E189-8527-1B45-CC9A-B4CF92508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5602" y="247243"/>
            <a:ext cx="4715032" cy="495802"/>
          </a:xfrm>
          <a:prstGeom prst="rect">
            <a:avLst/>
          </a:prstGeom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4E9B3AC3-C295-77CA-0876-3927670FFD89}"/>
              </a:ext>
            </a:extLst>
          </p:cNvPr>
          <p:cNvSpPr txBox="1">
            <a:spLocks/>
          </p:cNvSpPr>
          <p:nvPr/>
        </p:nvSpPr>
        <p:spPr>
          <a:xfrm>
            <a:off x="454888" y="216142"/>
            <a:ext cx="6809708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 dirty="0">
                <a:solidFill>
                  <a:srgbClr val="FFFF00"/>
                </a:solidFill>
              </a:rPr>
              <a:t>SkidScan Workflow:-</a:t>
            </a:r>
          </a:p>
        </p:txBody>
      </p:sp>
      <p:pic>
        <p:nvPicPr>
          <p:cNvPr id="9" name="Picture 8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929682B9-7844-486B-F813-AD2A6F707F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951" y="367982"/>
            <a:ext cx="5016849" cy="61216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4" name="object 19"/>
          <p:cNvSpPr/>
          <p:nvPr/>
        </p:nvSpPr>
        <p:spPr>
          <a:xfrm>
            <a:off x="681376" y="3909059"/>
            <a:ext cx="5939555" cy="2305067"/>
          </a:xfrm>
          <a:custGeom>
            <a:avLst/>
            <a:gdLst/>
            <a:ahLst/>
            <a:cxnLst/>
            <a:rect l="l" t="t" r="r" b="b"/>
            <a:pathLst>
              <a:path w="10963275" h="1724025">
                <a:moveTo>
                  <a:pt x="10860928" y="1724024"/>
                </a:moveTo>
                <a:lnTo>
                  <a:pt x="102345" y="1724024"/>
                </a:lnTo>
                <a:lnTo>
                  <a:pt x="95221" y="1723323"/>
                </a:lnTo>
                <a:lnTo>
                  <a:pt x="54661" y="1709560"/>
                </a:lnTo>
                <a:lnTo>
                  <a:pt x="22456" y="1681323"/>
                </a:lnTo>
                <a:lnTo>
                  <a:pt x="3507" y="1642911"/>
                </a:lnTo>
                <a:lnTo>
                  <a:pt x="0" y="1621679"/>
                </a:lnTo>
                <a:lnTo>
                  <a:pt x="0" y="1614487"/>
                </a:lnTo>
                <a:lnTo>
                  <a:pt x="0" y="102345"/>
                </a:lnTo>
                <a:lnTo>
                  <a:pt x="11090" y="60974"/>
                </a:lnTo>
                <a:lnTo>
                  <a:pt x="37168" y="26997"/>
                </a:lnTo>
                <a:lnTo>
                  <a:pt x="74264" y="5585"/>
                </a:lnTo>
                <a:lnTo>
                  <a:pt x="102345" y="0"/>
                </a:lnTo>
                <a:lnTo>
                  <a:pt x="10860928" y="0"/>
                </a:lnTo>
                <a:lnTo>
                  <a:pt x="10902297" y="11090"/>
                </a:lnTo>
                <a:lnTo>
                  <a:pt x="10936275" y="37168"/>
                </a:lnTo>
                <a:lnTo>
                  <a:pt x="10957687" y="74264"/>
                </a:lnTo>
                <a:lnTo>
                  <a:pt x="10963272" y="102345"/>
                </a:lnTo>
                <a:lnTo>
                  <a:pt x="10963272" y="1621679"/>
                </a:lnTo>
                <a:lnTo>
                  <a:pt x="10952182" y="1663050"/>
                </a:lnTo>
                <a:lnTo>
                  <a:pt x="10926104" y="1697027"/>
                </a:lnTo>
                <a:lnTo>
                  <a:pt x="10889007" y="1718439"/>
                </a:lnTo>
                <a:lnTo>
                  <a:pt x="10868050" y="1723323"/>
                </a:lnTo>
                <a:lnTo>
                  <a:pt x="10860928" y="1724024"/>
                </a:lnTo>
                <a:close/>
              </a:path>
            </a:pathLst>
          </a:custGeom>
          <a:solidFill>
            <a:srgbClr val="111726">
              <a:alpha val="501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5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3924" y="4162424"/>
            <a:ext cx="4997442" cy="501016"/>
          </a:xfrm>
          <a:prstGeom prst="rect">
            <a:avLst/>
          </a:prstGeom>
        </p:spPr>
      </p:pic>
      <p:sp>
        <p:nvSpPr>
          <p:cNvPr id="36" name="object 8">
            <a:extLst>
              <a:ext uri="{FF2B5EF4-FFF2-40B4-BE49-F238E27FC236}">
                <a16:creationId xmlns:a16="http://schemas.microsoft.com/office/drawing/2014/main" id="{447675C7-377F-AC84-3C18-5EC5BC4E6918}"/>
              </a:ext>
            </a:extLst>
          </p:cNvPr>
          <p:cNvSpPr txBox="1">
            <a:spLocks/>
          </p:cNvSpPr>
          <p:nvPr/>
        </p:nvSpPr>
        <p:spPr>
          <a:xfrm>
            <a:off x="887943" y="4118926"/>
            <a:ext cx="5033423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600" dirty="0">
                <a:solidFill>
                  <a:srgbClr val="FFFF00"/>
                </a:solidFill>
              </a:rPr>
              <a:t>Security Architecture</a:t>
            </a:r>
            <a:endParaRPr lang="en-IN" sz="3600" dirty="0">
              <a:solidFill>
                <a:srgbClr val="FFFF00"/>
              </a:solidFill>
            </a:endParaRPr>
          </a:p>
        </p:txBody>
      </p:sp>
      <p:pic>
        <p:nvPicPr>
          <p:cNvPr id="37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7943" y="4777531"/>
            <a:ext cx="609599" cy="609599"/>
          </a:xfrm>
          <a:prstGeom prst="rect">
            <a:avLst/>
          </a:prstGeom>
        </p:spPr>
      </p:pic>
      <p:pic>
        <p:nvPicPr>
          <p:cNvPr id="38" name="object 22">
            <a:extLst>
              <a:ext uri="{FF2B5EF4-FFF2-40B4-BE49-F238E27FC236}">
                <a16:creationId xmlns:a16="http://schemas.microsoft.com/office/drawing/2014/main" id="{C653120D-2CB4-E117-D3EE-064D4327C74A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3924" y="5579739"/>
            <a:ext cx="609599" cy="609599"/>
          </a:xfrm>
          <a:prstGeom prst="rect">
            <a:avLst/>
          </a:prstGeom>
        </p:spPr>
      </p:pic>
      <p:pic>
        <p:nvPicPr>
          <p:cNvPr id="39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0667" y="4989632"/>
            <a:ext cx="184150" cy="193675"/>
          </a:xfrm>
          <a:prstGeom prst="rect">
            <a:avLst/>
          </a:prstGeom>
        </p:spPr>
      </p:pic>
      <p:pic>
        <p:nvPicPr>
          <p:cNvPr id="4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16542" y="5771410"/>
            <a:ext cx="168275" cy="193675"/>
          </a:xfrm>
          <a:prstGeom prst="rect">
            <a:avLst/>
          </a:prstGeom>
        </p:spPr>
      </p:pic>
      <p:sp>
        <p:nvSpPr>
          <p:cNvPr id="41" name="object 27"/>
          <p:cNvSpPr txBox="1"/>
          <p:nvPr/>
        </p:nvSpPr>
        <p:spPr>
          <a:xfrm>
            <a:off x="1594562" y="4731602"/>
            <a:ext cx="4453866" cy="62324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b="1" spc="175" dirty="0">
                <a:solidFill>
                  <a:srgbClr val="FFFFFF"/>
                </a:solidFill>
                <a:latin typeface="Trebuchet MS"/>
                <a:cs typeface="Trebuchet MS"/>
              </a:rPr>
              <a:t>Sandboxed</a:t>
            </a:r>
            <a:r>
              <a:rPr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1" spc="240" dirty="0">
                <a:solidFill>
                  <a:srgbClr val="FFFFFF"/>
                </a:solidFill>
                <a:latin typeface="Trebuchet MS"/>
                <a:cs typeface="Trebuchet MS"/>
              </a:rPr>
              <a:t>VM</a:t>
            </a:r>
            <a:endParaRPr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00" spc="55" dirty="0">
                <a:solidFill>
                  <a:srgbClr val="D0D5DA"/>
                </a:solidFill>
                <a:latin typeface="Trebuchet MS"/>
                <a:cs typeface="Trebuchet MS"/>
              </a:rPr>
              <a:t>Isolated</a:t>
            </a:r>
            <a:r>
              <a:rPr sz="14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D0D5DA"/>
                </a:solidFill>
                <a:latin typeface="Trebuchet MS"/>
                <a:cs typeface="Trebuchet MS"/>
              </a:rPr>
              <a:t>virtual</a:t>
            </a:r>
            <a:r>
              <a:rPr sz="14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60" dirty="0">
                <a:solidFill>
                  <a:srgbClr val="D0D5DA"/>
                </a:solidFill>
                <a:latin typeface="Trebuchet MS"/>
                <a:cs typeface="Trebuchet MS"/>
              </a:rPr>
              <a:t>environment</a:t>
            </a:r>
            <a:r>
              <a:rPr sz="14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4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60" dirty="0">
                <a:solidFill>
                  <a:srgbClr val="D0D5DA"/>
                </a:solidFill>
                <a:latin typeface="Trebuchet MS"/>
                <a:cs typeface="Trebuchet MS"/>
              </a:rPr>
              <a:t>safe</a:t>
            </a:r>
            <a:r>
              <a:rPr sz="14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45" dirty="0">
                <a:solidFill>
                  <a:srgbClr val="D0D5DA"/>
                </a:solidFill>
                <a:latin typeface="Trebuchet MS"/>
                <a:cs typeface="Trebuchet MS"/>
              </a:rPr>
              <a:t>operation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42" name="object 32"/>
          <p:cNvSpPr txBox="1"/>
          <p:nvPr/>
        </p:nvSpPr>
        <p:spPr>
          <a:xfrm>
            <a:off x="1630543" y="5523085"/>
            <a:ext cx="4990388" cy="62324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b="1" spc="50" dirty="0">
                <a:solidFill>
                  <a:srgbClr val="FFFFFF"/>
                </a:solidFill>
                <a:latin typeface="Trebuchet MS"/>
                <a:cs typeface="Trebuchet MS"/>
              </a:rPr>
              <a:t>Tor</a:t>
            </a:r>
            <a:r>
              <a:rPr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1" spc="150" dirty="0">
                <a:solidFill>
                  <a:srgbClr val="FFFFFF"/>
                </a:solidFill>
                <a:latin typeface="Trebuchet MS"/>
                <a:cs typeface="Trebuchet MS"/>
              </a:rPr>
              <a:t>Bridge</a:t>
            </a:r>
            <a:endParaRPr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00" spc="75" dirty="0">
                <a:solidFill>
                  <a:srgbClr val="D0D5DA"/>
                </a:solidFill>
                <a:latin typeface="Trebuchet MS"/>
                <a:cs typeface="Trebuchet MS"/>
              </a:rPr>
              <a:t>Anonymous,</a:t>
            </a:r>
            <a:r>
              <a:rPr sz="14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65" dirty="0">
                <a:solidFill>
                  <a:srgbClr val="D0D5DA"/>
                </a:solidFill>
                <a:latin typeface="Trebuchet MS"/>
                <a:cs typeface="Trebuchet MS"/>
              </a:rPr>
              <a:t>secure</a:t>
            </a:r>
            <a:r>
              <a:rPr sz="14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50" dirty="0">
                <a:solidFill>
                  <a:srgbClr val="D0D5DA"/>
                </a:solidFill>
                <a:latin typeface="Trebuchet MS"/>
                <a:cs typeface="Trebuchet MS"/>
              </a:rPr>
              <a:t>crawling</a:t>
            </a:r>
            <a:r>
              <a:rPr sz="14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60" dirty="0">
                <a:solidFill>
                  <a:srgbClr val="D0D5DA"/>
                </a:solidFill>
                <a:latin typeface="Trebuchet MS"/>
                <a:cs typeface="Trebuchet MS"/>
              </a:rPr>
              <a:t>through</a:t>
            </a:r>
            <a:r>
              <a:rPr sz="14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55" dirty="0">
                <a:solidFill>
                  <a:srgbClr val="D0D5DA"/>
                </a:solidFill>
                <a:latin typeface="Trebuchet MS"/>
                <a:cs typeface="Trebuchet MS"/>
              </a:rPr>
              <a:t>encrypted</a:t>
            </a:r>
            <a:r>
              <a:rPr sz="1400" spc="45" dirty="0">
                <a:solidFill>
                  <a:srgbClr val="D0D5DA"/>
                </a:solidFill>
                <a:latin typeface="Trebuchet MS"/>
                <a:cs typeface="Trebuchet MS"/>
              </a:rPr>
              <a:t> network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45" name="object 8"/>
          <p:cNvSpPr txBox="1"/>
          <p:nvPr/>
        </p:nvSpPr>
        <p:spPr>
          <a:xfrm>
            <a:off x="1669077" y="958426"/>
            <a:ext cx="3836998" cy="9002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135" dirty="0">
                <a:solidFill>
                  <a:srgbClr val="FFFFFF"/>
                </a:solidFill>
                <a:latin typeface="Trebuchet MS"/>
                <a:cs typeface="Trebuchet MS"/>
              </a:rPr>
              <a:t>Crawler</a:t>
            </a:r>
            <a:endParaRPr sz="2000" dirty="0">
              <a:latin typeface="Trebuchet MS"/>
              <a:cs typeface="Trebuchet MS"/>
            </a:endParaRPr>
          </a:p>
          <a:p>
            <a:pPr marL="12700" marR="5080" algn="ctr">
              <a:lnSpc>
                <a:spcPct val="119000"/>
              </a:lnSpc>
              <a:spcBef>
                <a:spcPts val="660"/>
              </a:spcBef>
            </a:pPr>
            <a:r>
              <a:rPr sz="1400" spc="100" dirty="0">
                <a:solidFill>
                  <a:srgbClr val="D0D5DA"/>
                </a:solidFill>
                <a:latin typeface="Trebuchet MS"/>
                <a:cs typeface="Trebuchet MS"/>
              </a:rPr>
              <a:t>Scans</a:t>
            </a:r>
            <a:r>
              <a:rPr sz="140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D0D5DA"/>
                </a:solidFill>
                <a:latin typeface="Trebuchet MS"/>
                <a:cs typeface="Trebuchet MS"/>
              </a:rPr>
              <a:t>.onion</a:t>
            </a:r>
            <a:r>
              <a:rPr sz="14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55" dirty="0">
                <a:solidFill>
                  <a:srgbClr val="D0D5DA"/>
                </a:solidFill>
                <a:latin typeface="Trebuchet MS"/>
                <a:cs typeface="Trebuchet MS"/>
              </a:rPr>
              <a:t>sites</a:t>
            </a:r>
            <a:r>
              <a:rPr sz="140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55" dirty="0">
                <a:solidFill>
                  <a:srgbClr val="D0D5DA"/>
                </a:solidFill>
                <a:latin typeface="Trebuchet MS"/>
                <a:cs typeface="Trebuchet MS"/>
              </a:rPr>
              <a:t>safely</a:t>
            </a:r>
            <a:r>
              <a:rPr sz="14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60" dirty="0">
                <a:solidFill>
                  <a:srgbClr val="D0D5DA"/>
                </a:solidFill>
                <a:latin typeface="Trebuchet MS"/>
                <a:cs typeface="Trebuchet MS"/>
              </a:rPr>
              <a:t>through</a:t>
            </a:r>
            <a:r>
              <a:rPr sz="14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0D5DA"/>
                </a:solidFill>
                <a:latin typeface="Trebuchet MS"/>
                <a:cs typeface="Trebuchet MS"/>
              </a:rPr>
              <a:t>Tor </a:t>
            </a:r>
            <a:r>
              <a:rPr sz="1400" spc="45" dirty="0">
                <a:solidFill>
                  <a:srgbClr val="D0D5DA"/>
                </a:solidFill>
                <a:latin typeface="Trebuchet MS"/>
                <a:cs typeface="Trebuchet MS"/>
              </a:rPr>
              <a:t>network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46" name="object 24"/>
          <p:cNvSpPr txBox="1"/>
          <p:nvPr/>
        </p:nvSpPr>
        <p:spPr>
          <a:xfrm>
            <a:off x="1988820" y="1969634"/>
            <a:ext cx="3485229" cy="9002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105" dirty="0">
                <a:solidFill>
                  <a:srgbClr val="FFFFFF"/>
                </a:solidFill>
                <a:latin typeface="Trebuchet MS"/>
                <a:cs typeface="Trebuchet MS"/>
              </a:rPr>
              <a:t>Filter</a:t>
            </a:r>
            <a:r>
              <a:rPr sz="2000" b="1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165" dirty="0">
                <a:solidFill>
                  <a:srgbClr val="FFFFFF"/>
                </a:solidFill>
                <a:latin typeface="Trebuchet MS"/>
                <a:cs typeface="Trebuchet MS"/>
              </a:rPr>
              <a:t>Engine</a:t>
            </a:r>
            <a:endParaRPr sz="2000" dirty="0">
              <a:latin typeface="Trebuchet MS"/>
              <a:cs typeface="Trebuchet MS"/>
            </a:endParaRPr>
          </a:p>
          <a:p>
            <a:pPr marL="12700" marR="5080" algn="ctr">
              <a:lnSpc>
                <a:spcPct val="119000"/>
              </a:lnSpc>
              <a:spcBef>
                <a:spcPts val="660"/>
              </a:spcBef>
            </a:pPr>
            <a:r>
              <a:rPr sz="1400" spc="60" dirty="0">
                <a:solidFill>
                  <a:srgbClr val="D0D5DA"/>
                </a:solidFill>
                <a:latin typeface="Trebuchet MS"/>
                <a:cs typeface="Trebuchet MS"/>
              </a:rPr>
              <a:t>Keyword</a:t>
            </a:r>
            <a:r>
              <a:rPr sz="140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65" dirty="0">
                <a:solidFill>
                  <a:srgbClr val="D0D5DA"/>
                </a:solidFill>
                <a:latin typeface="Trebuchet MS"/>
                <a:cs typeface="Trebuchet MS"/>
              </a:rPr>
              <a:t>scoring</a:t>
            </a:r>
            <a:r>
              <a:rPr sz="140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D0D5DA"/>
                </a:solidFill>
                <a:latin typeface="Trebuchet MS"/>
                <a:cs typeface="Trebuchet MS"/>
              </a:rPr>
              <a:t>to</a:t>
            </a:r>
            <a:r>
              <a:rPr sz="140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D0D5DA"/>
                </a:solidFill>
                <a:latin typeface="Trebuchet MS"/>
                <a:cs typeface="Trebuchet MS"/>
              </a:rPr>
              <a:t>eliminate</a:t>
            </a:r>
            <a:r>
              <a:rPr sz="140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D0D5DA"/>
                </a:solidFill>
                <a:latin typeface="Trebuchet MS"/>
                <a:cs typeface="Trebuchet MS"/>
              </a:rPr>
              <a:t>false </a:t>
            </a:r>
            <a:r>
              <a:rPr sz="1400" spc="45" dirty="0">
                <a:solidFill>
                  <a:srgbClr val="D0D5DA"/>
                </a:solidFill>
                <a:latin typeface="Trebuchet MS"/>
                <a:cs typeface="Trebuchet MS"/>
              </a:rPr>
              <a:t>positives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47" name="object 26"/>
          <p:cNvSpPr txBox="1"/>
          <p:nvPr/>
        </p:nvSpPr>
        <p:spPr>
          <a:xfrm>
            <a:off x="1988820" y="2996087"/>
            <a:ext cx="3485229" cy="9002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165" dirty="0">
                <a:solidFill>
                  <a:srgbClr val="FFFFFF"/>
                </a:solidFill>
                <a:latin typeface="Trebuchet MS"/>
                <a:cs typeface="Trebuchet MS"/>
              </a:rPr>
              <a:t>Report</a:t>
            </a:r>
            <a:r>
              <a:rPr sz="200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140" dirty="0">
                <a:solidFill>
                  <a:srgbClr val="FFFFFF"/>
                </a:solidFill>
                <a:latin typeface="Trebuchet MS"/>
                <a:cs typeface="Trebuchet MS"/>
              </a:rPr>
              <a:t>Generator</a:t>
            </a:r>
            <a:endParaRPr sz="2000" dirty="0">
              <a:latin typeface="Trebuchet MS"/>
              <a:cs typeface="Trebuchet MS"/>
            </a:endParaRPr>
          </a:p>
          <a:p>
            <a:pPr marL="12700" marR="5080" algn="ctr">
              <a:lnSpc>
                <a:spcPct val="119000"/>
              </a:lnSpc>
              <a:spcBef>
                <a:spcPts val="660"/>
              </a:spcBef>
            </a:pPr>
            <a:r>
              <a:rPr sz="1400" spc="75" dirty="0">
                <a:solidFill>
                  <a:srgbClr val="D0D5DA"/>
                </a:solidFill>
                <a:latin typeface="Trebuchet MS"/>
                <a:cs typeface="Trebuchet MS"/>
              </a:rPr>
              <a:t>Comprehensive</a:t>
            </a:r>
            <a:r>
              <a:rPr sz="1400" spc="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70" dirty="0">
                <a:solidFill>
                  <a:srgbClr val="D0D5DA"/>
                </a:solidFill>
                <a:latin typeface="Trebuchet MS"/>
                <a:cs typeface="Trebuchet MS"/>
              </a:rPr>
              <a:t>analysis</a:t>
            </a:r>
            <a:r>
              <a:rPr sz="1400" spc="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45" dirty="0">
                <a:solidFill>
                  <a:srgbClr val="D0D5DA"/>
                </a:solidFill>
                <a:latin typeface="Trebuchet MS"/>
                <a:cs typeface="Trebuchet MS"/>
              </a:rPr>
              <a:t>reports</a:t>
            </a:r>
            <a:r>
              <a:rPr sz="1400" spc="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D0D5DA"/>
                </a:solidFill>
                <a:latin typeface="Trebuchet MS"/>
                <a:cs typeface="Trebuchet MS"/>
              </a:rPr>
              <a:t>for </a:t>
            </a:r>
            <a:r>
              <a:rPr sz="1400" spc="45" dirty="0">
                <a:solidFill>
                  <a:srgbClr val="D0D5DA"/>
                </a:solidFill>
                <a:latin typeface="Trebuchet MS"/>
                <a:cs typeface="Trebuchet MS"/>
              </a:rPr>
              <a:t>investigation</a:t>
            </a:r>
            <a:endParaRPr sz="1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74820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DC5E2-29BE-5273-586F-4D18624CA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7B1A343-041D-61E6-9280-9135A2D62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48C94-297E-67CF-2E80-E77E35A44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D109D2-0E64-6724-427F-2E2F4995A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128B79-8389-C42D-FADB-4303B2EA5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506718D0-8BE6-3CE7-4257-AE2BFD876A51}"/>
              </a:ext>
            </a:extLst>
          </p:cNvPr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707910" y="451878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9261837F-10D6-9DCF-A74C-877C0E6430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60" name="object 4">
            <a:extLst>
              <a:ext uri="{FF2B5EF4-FFF2-40B4-BE49-F238E27FC236}">
                <a16:creationId xmlns:a16="http://schemas.microsoft.com/office/drawing/2014/main" id="{B3B1222C-7D21-0CFC-D9B4-D43AC2663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6106" y="304278"/>
            <a:ext cx="5737081" cy="569387"/>
          </a:xfrm>
          <a:prstGeom prst="rect">
            <a:avLst/>
          </a:prstGeom>
        </p:spPr>
      </p:pic>
      <p:sp>
        <p:nvSpPr>
          <p:cNvPr id="61" name="object 8">
            <a:extLst>
              <a:ext uri="{FF2B5EF4-FFF2-40B4-BE49-F238E27FC236}">
                <a16:creationId xmlns:a16="http://schemas.microsoft.com/office/drawing/2014/main" id="{4C9FAECC-32BD-C6AF-22DE-BA5FDC81CBD0}"/>
              </a:ext>
            </a:extLst>
          </p:cNvPr>
          <p:cNvSpPr txBox="1">
            <a:spLocks/>
          </p:cNvSpPr>
          <p:nvPr/>
        </p:nvSpPr>
        <p:spPr>
          <a:xfrm>
            <a:off x="1707855" y="275897"/>
            <a:ext cx="5371371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>
                <a:solidFill>
                  <a:srgbClr val="FFFF00"/>
                </a:solidFill>
              </a:rPr>
              <a:t>CTF Competition:-</a:t>
            </a:r>
            <a:endParaRPr lang="en-IN" sz="3600" dirty="0">
              <a:solidFill>
                <a:srgbClr val="FFFF00"/>
              </a:solidFill>
            </a:endParaRPr>
          </a:p>
        </p:txBody>
      </p:sp>
      <p:grpSp>
        <p:nvGrpSpPr>
          <p:cNvPr id="7" name="object 2"/>
          <p:cNvGrpSpPr/>
          <p:nvPr/>
        </p:nvGrpSpPr>
        <p:grpSpPr>
          <a:xfrm>
            <a:off x="887977" y="1591703"/>
            <a:ext cx="5181600" cy="2305050"/>
            <a:chOff x="609599" y="1819274"/>
            <a:chExt cx="5181600" cy="2305050"/>
          </a:xfrm>
        </p:grpSpPr>
        <p:sp>
          <p:nvSpPr>
            <p:cNvPr id="8" name="object 6"/>
            <p:cNvSpPr/>
            <p:nvPr/>
          </p:nvSpPr>
          <p:spPr>
            <a:xfrm>
              <a:off x="609599" y="1819274"/>
              <a:ext cx="5181600" cy="2305050"/>
            </a:xfrm>
            <a:custGeom>
              <a:avLst/>
              <a:gdLst/>
              <a:ahLst/>
              <a:cxnLst/>
              <a:rect l="l" t="t" r="r" b="b"/>
              <a:pathLst>
                <a:path w="5181600" h="2305050">
                  <a:moveTo>
                    <a:pt x="5105399" y="2305049"/>
                  </a:moveTo>
                  <a:lnTo>
                    <a:pt x="76199" y="2305049"/>
                  </a:lnTo>
                  <a:lnTo>
                    <a:pt x="68693" y="2304687"/>
                  </a:lnTo>
                  <a:lnTo>
                    <a:pt x="27882" y="2287782"/>
                  </a:lnTo>
                  <a:lnTo>
                    <a:pt x="3262" y="2250936"/>
                  </a:lnTo>
                  <a:lnTo>
                    <a:pt x="0" y="22288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7741" y="12830"/>
                  </a:lnTo>
                  <a:lnTo>
                    <a:pt x="5175798" y="47039"/>
                  </a:lnTo>
                  <a:lnTo>
                    <a:pt x="5181599" y="76199"/>
                  </a:lnTo>
                  <a:lnTo>
                    <a:pt x="5181599" y="2228849"/>
                  </a:lnTo>
                  <a:lnTo>
                    <a:pt x="5168769" y="2271191"/>
                  </a:lnTo>
                  <a:lnTo>
                    <a:pt x="5134559" y="2299249"/>
                  </a:lnTo>
                  <a:lnTo>
                    <a:pt x="5105399" y="2305049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7"/>
            <p:cNvSpPr/>
            <p:nvPr/>
          </p:nvSpPr>
          <p:spPr>
            <a:xfrm>
              <a:off x="609599" y="1819274"/>
              <a:ext cx="5181600" cy="2305050"/>
            </a:xfrm>
            <a:custGeom>
              <a:avLst/>
              <a:gdLst/>
              <a:ahLst/>
              <a:cxnLst/>
              <a:rect l="l" t="t" r="r" b="b"/>
              <a:pathLst>
                <a:path w="5181600" h="2305050">
                  <a:moveTo>
                    <a:pt x="5105399" y="2305049"/>
                  </a:moveTo>
                  <a:lnTo>
                    <a:pt x="76199" y="2305049"/>
                  </a:lnTo>
                  <a:lnTo>
                    <a:pt x="68693" y="2304687"/>
                  </a:lnTo>
                  <a:lnTo>
                    <a:pt x="27882" y="2287782"/>
                  </a:lnTo>
                  <a:lnTo>
                    <a:pt x="3262" y="2250936"/>
                  </a:lnTo>
                  <a:lnTo>
                    <a:pt x="0" y="22288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5105399" y="0"/>
                  </a:lnTo>
                  <a:lnTo>
                    <a:pt x="5112906" y="362"/>
                  </a:lnTo>
                  <a:lnTo>
                    <a:pt x="5142220" y="9524"/>
                  </a:lnTo>
                  <a:lnTo>
                    <a:pt x="71822" y="9524"/>
                  </a:lnTo>
                  <a:lnTo>
                    <a:pt x="67486" y="9952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2"/>
                  </a:lnTo>
                  <a:lnTo>
                    <a:pt x="9524" y="2233227"/>
                  </a:lnTo>
                  <a:lnTo>
                    <a:pt x="9833" y="2236356"/>
                  </a:lnTo>
                  <a:lnTo>
                    <a:pt x="9952" y="2237563"/>
                  </a:lnTo>
                  <a:lnTo>
                    <a:pt x="25957" y="2272899"/>
                  </a:lnTo>
                  <a:lnTo>
                    <a:pt x="58898" y="2293389"/>
                  </a:lnTo>
                  <a:lnTo>
                    <a:pt x="71822" y="2295524"/>
                  </a:lnTo>
                  <a:lnTo>
                    <a:pt x="5142219" y="2295524"/>
                  </a:lnTo>
                  <a:lnTo>
                    <a:pt x="5141356" y="2296041"/>
                  </a:lnTo>
                  <a:lnTo>
                    <a:pt x="5134559" y="2299249"/>
                  </a:lnTo>
                  <a:lnTo>
                    <a:pt x="5127486" y="2301786"/>
                  </a:lnTo>
                  <a:lnTo>
                    <a:pt x="5120268" y="2303599"/>
                  </a:lnTo>
                  <a:lnTo>
                    <a:pt x="5112906" y="2304687"/>
                  </a:lnTo>
                  <a:lnTo>
                    <a:pt x="5105399" y="2305049"/>
                  </a:lnTo>
                  <a:close/>
                </a:path>
                <a:path w="5181600" h="2305050">
                  <a:moveTo>
                    <a:pt x="5142219" y="2295524"/>
                  </a:moveTo>
                  <a:lnTo>
                    <a:pt x="5109777" y="2295524"/>
                  </a:lnTo>
                  <a:lnTo>
                    <a:pt x="5114113" y="2295097"/>
                  </a:lnTo>
                  <a:lnTo>
                    <a:pt x="5122700" y="2293389"/>
                  </a:lnTo>
                  <a:lnTo>
                    <a:pt x="5155641" y="2272899"/>
                  </a:lnTo>
                  <a:lnTo>
                    <a:pt x="5171647" y="2237563"/>
                  </a:lnTo>
                  <a:lnTo>
                    <a:pt x="5172074" y="2233227"/>
                  </a:lnTo>
                  <a:lnTo>
                    <a:pt x="5172074" y="71822"/>
                  </a:lnTo>
                  <a:lnTo>
                    <a:pt x="5171766" y="68693"/>
                  </a:lnTo>
                  <a:lnTo>
                    <a:pt x="5171647" y="67486"/>
                  </a:lnTo>
                  <a:lnTo>
                    <a:pt x="5155641" y="32149"/>
                  </a:lnTo>
                  <a:lnTo>
                    <a:pt x="5122700" y="11660"/>
                  </a:lnTo>
                  <a:lnTo>
                    <a:pt x="5109777" y="9524"/>
                  </a:lnTo>
                  <a:lnTo>
                    <a:pt x="5142220" y="9524"/>
                  </a:lnTo>
                  <a:lnTo>
                    <a:pt x="5172591" y="40243"/>
                  </a:lnTo>
                  <a:lnTo>
                    <a:pt x="5181599" y="2228849"/>
                  </a:lnTo>
                  <a:lnTo>
                    <a:pt x="5181237" y="2236356"/>
                  </a:lnTo>
                  <a:lnTo>
                    <a:pt x="5164332" y="2277166"/>
                  </a:lnTo>
                  <a:lnTo>
                    <a:pt x="5147869" y="2292124"/>
                  </a:lnTo>
                  <a:lnTo>
                    <a:pt x="5142219" y="2295524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3924" y="2133599"/>
              <a:ext cx="457199" cy="457199"/>
            </a:xfrm>
            <a:prstGeom prst="rect">
              <a:avLst/>
            </a:prstGeom>
          </p:spPr>
        </p:pic>
        <p:pic>
          <p:nvPicPr>
            <p:cNvPr id="64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5368" y="2260599"/>
              <a:ext cx="215900" cy="193675"/>
            </a:xfrm>
            <a:prstGeom prst="rect">
              <a:avLst/>
            </a:prstGeom>
          </p:spPr>
        </p:pic>
      </p:grpSp>
      <p:grpSp>
        <p:nvGrpSpPr>
          <p:cNvPr id="67" name="object 11"/>
          <p:cNvGrpSpPr/>
          <p:nvPr/>
        </p:nvGrpSpPr>
        <p:grpSpPr>
          <a:xfrm>
            <a:off x="943690" y="2626753"/>
            <a:ext cx="5181600" cy="3613150"/>
            <a:chOff x="609599" y="2854324"/>
            <a:chExt cx="5181600" cy="3613150"/>
          </a:xfrm>
        </p:grpSpPr>
        <p:pic>
          <p:nvPicPr>
            <p:cNvPr id="71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3924" y="2854324"/>
              <a:ext cx="152400" cy="158750"/>
            </a:xfrm>
            <a:prstGeom prst="rect">
              <a:avLst/>
            </a:prstGeom>
          </p:spPr>
        </p:pic>
        <p:pic>
          <p:nvPicPr>
            <p:cNvPr id="7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3924" y="3238499"/>
              <a:ext cx="190500" cy="152400"/>
            </a:xfrm>
            <a:prstGeom prst="rect">
              <a:avLst/>
            </a:prstGeom>
          </p:spPr>
        </p:pic>
        <p:pic>
          <p:nvPicPr>
            <p:cNvPr id="7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3924" y="3619499"/>
              <a:ext cx="152400" cy="152400"/>
            </a:xfrm>
            <a:prstGeom prst="rect">
              <a:avLst/>
            </a:prstGeom>
          </p:spPr>
        </p:pic>
        <p:sp>
          <p:nvSpPr>
            <p:cNvPr id="75" name="object 15"/>
            <p:cNvSpPr/>
            <p:nvPr/>
          </p:nvSpPr>
          <p:spPr>
            <a:xfrm>
              <a:off x="609599" y="4429124"/>
              <a:ext cx="5181600" cy="2038350"/>
            </a:xfrm>
            <a:custGeom>
              <a:avLst/>
              <a:gdLst/>
              <a:ahLst/>
              <a:cxnLst/>
              <a:rect l="l" t="t" r="r" b="b"/>
              <a:pathLst>
                <a:path w="5181600" h="2038350">
                  <a:moveTo>
                    <a:pt x="5105399" y="2038349"/>
                  </a:moveTo>
                  <a:lnTo>
                    <a:pt x="76199" y="2038349"/>
                  </a:lnTo>
                  <a:lnTo>
                    <a:pt x="68693" y="2037987"/>
                  </a:lnTo>
                  <a:lnTo>
                    <a:pt x="27882" y="2021082"/>
                  </a:lnTo>
                  <a:lnTo>
                    <a:pt x="3262" y="1984236"/>
                  </a:lnTo>
                  <a:lnTo>
                    <a:pt x="0" y="1962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7741" y="12830"/>
                  </a:lnTo>
                  <a:lnTo>
                    <a:pt x="5175798" y="47039"/>
                  </a:lnTo>
                  <a:lnTo>
                    <a:pt x="5181599" y="76199"/>
                  </a:lnTo>
                  <a:lnTo>
                    <a:pt x="5181599" y="1962149"/>
                  </a:lnTo>
                  <a:lnTo>
                    <a:pt x="5168769" y="2004492"/>
                  </a:lnTo>
                  <a:lnTo>
                    <a:pt x="5134559" y="2032549"/>
                  </a:lnTo>
                  <a:lnTo>
                    <a:pt x="5105399" y="2038349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16"/>
            <p:cNvSpPr/>
            <p:nvPr/>
          </p:nvSpPr>
          <p:spPr>
            <a:xfrm>
              <a:off x="609599" y="4429124"/>
              <a:ext cx="5181600" cy="2038350"/>
            </a:xfrm>
            <a:custGeom>
              <a:avLst/>
              <a:gdLst/>
              <a:ahLst/>
              <a:cxnLst/>
              <a:rect l="l" t="t" r="r" b="b"/>
              <a:pathLst>
                <a:path w="5181600" h="2038350">
                  <a:moveTo>
                    <a:pt x="5105399" y="2038349"/>
                  </a:moveTo>
                  <a:lnTo>
                    <a:pt x="76199" y="2038349"/>
                  </a:lnTo>
                  <a:lnTo>
                    <a:pt x="68693" y="2037987"/>
                  </a:lnTo>
                  <a:lnTo>
                    <a:pt x="27882" y="2021082"/>
                  </a:lnTo>
                  <a:lnTo>
                    <a:pt x="3262" y="1984236"/>
                  </a:lnTo>
                  <a:lnTo>
                    <a:pt x="0" y="1962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2220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1966527"/>
                  </a:lnTo>
                  <a:lnTo>
                    <a:pt x="23194" y="2002832"/>
                  </a:lnTo>
                  <a:lnTo>
                    <a:pt x="54729" y="2025424"/>
                  </a:lnTo>
                  <a:lnTo>
                    <a:pt x="71822" y="2028824"/>
                  </a:lnTo>
                  <a:lnTo>
                    <a:pt x="5142220" y="2028824"/>
                  </a:lnTo>
                  <a:lnTo>
                    <a:pt x="5141356" y="2029341"/>
                  </a:lnTo>
                  <a:lnTo>
                    <a:pt x="5134559" y="2032549"/>
                  </a:lnTo>
                  <a:lnTo>
                    <a:pt x="5127486" y="2035087"/>
                  </a:lnTo>
                  <a:lnTo>
                    <a:pt x="5120268" y="2036899"/>
                  </a:lnTo>
                  <a:lnTo>
                    <a:pt x="5112906" y="2037987"/>
                  </a:lnTo>
                  <a:lnTo>
                    <a:pt x="5105399" y="2038349"/>
                  </a:lnTo>
                  <a:close/>
                </a:path>
                <a:path w="5181600" h="2038350">
                  <a:moveTo>
                    <a:pt x="5142220" y="2028824"/>
                  </a:moveTo>
                  <a:lnTo>
                    <a:pt x="5109777" y="2028824"/>
                  </a:lnTo>
                  <a:lnTo>
                    <a:pt x="5114112" y="2028397"/>
                  </a:lnTo>
                  <a:lnTo>
                    <a:pt x="5122700" y="2026689"/>
                  </a:lnTo>
                  <a:lnTo>
                    <a:pt x="5155641" y="2006199"/>
                  </a:lnTo>
                  <a:lnTo>
                    <a:pt x="5171647" y="1970863"/>
                  </a:lnTo>
                  <a:lnTo>
                    <a:pt x="5172074" y="1966527"/>
                  </a:lnTo>
                  <a:lnTo>
                    <a:pt x="5172074" y="71821"/>
                  </a:lnTo>
                  <a:lnTo>
                    <a:pt x="5158405" y="35516"/>
                  </a:lnTo>
                  <a:lnTo>
                    <a:pt x="5126557" y="12830"/>
                  </a:lnTo>
                  <a:lnTo>
                    <a:pt x="5109777" y="9524"/>
                  </a:lnTo>
                  <a:lnTo>
                    <a:pt x="5142220" y="9524"/>
                  </a:lnTo>
                  <a:lnTo>
                    <a:pt x="5172591" y="40243"/>
                  </a:lnTo>
                  <a:lnTo>
                    <a:pt x="5181599" y="1962149"/>
                  </a:lnTo>
                  <a:lnTo>
                    <a:pt x="5181237" y="1969656"/>
                  </a:lnTo>
                  <a:lnTo>
                    <a:pt x="5164332" y="2010467"/>
                  </a:lnTo>
                  <a:lnTo>
                    <a:pt x="5147870" y="2025424"/>
                  </a:lnTo>
                  <a:lnTo>
                    <a:pt x="5142220" y="2028824"/>
                  </a:lnTo>
                  <a:close/>
                </a:path>
              </a:pathLst>
            </a:custGeom>
            <a:solidFill>
              <a:srgbClr val="A754F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3924" y="4743449"/>
              <a:ext cx="457199" cy="457199"/>
            </a:xfrm>
            <a:prstGeom prst="rect">
              <a:avLst/>
            </a:prstGeom>
          </p:spPr>
        </p:pic>
        <p:pic>
          <p:nvPicPr>
            <p:cNvPr id="7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7274" y="4870449"/>
              <a:ext cx="190500" cy="193675"/>
            </a:xfrm>
            <a:prstGeom prst="rect">
              <a:avLst/>
            </a:prstGeom>
          </p:spPr>
        </p:pic>
      </p:grpSp>
      <p:sp>
        <p:nvSpPr>
          <p:cNvPr id="80" name="object 20"/>
          <p:cNvSpPr txBox="1"/>
          <p:nvPr/>
        </p:nvSpPr>
        <p:spPr>
          <a:xfrm>
            <a:off x="1512015" y="2580777"/>
            <a:ext cx="3190548" cy="9966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Web</a:t>
            </a:r>
            <a:r>
              <a:rPr sz="14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D0D5DA"/>
                </a:solidFill>
                <a:latin typeface="Microsoft Sans Serif"/>
                <a:cs typeface="Microsoft Sans Serif"/>
              </a:rPr>
              <a:t>Security</a:t>
            </a:r>
            <a:r>
              <a:rPr sz="14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Challenges</a:t>
            </a:r>
            <a:endParaRPr sz="1400" dirty="0">
              <a:latin typeface="Microsoft Sans Serif"/>
              <a:cs typeface="Microsoft Sans Serif"/>
            </a:endParaRPr>
          </a:p>
          <a:p>
            <a:pPr marL="12700" marR="5080" indent="38100">
              <a:lnSpc>
                <a:spcPct val="192300"/>
              </a:lnSpc>
            </a:pPr>
            <a:r>
              <a:rPr sz="1400" dirty="0">
                <a:solidFill>
                  <a:srgbClr val="D0D5DA"/>
                </a:solidFill>
                <a:latin typeface="Microsoft Sans Serif"/>
                <a:cs typeface="Microsoft Sans Serif"/>
              </a:rPr>
              <a:t>Network</a:t>
            </a:r>
            <a:r>
              <a:rPr sz="14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Analysis</a:t>
            </a:r>
            <a:r>
              <a:rPr sz="14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Tasks </a:t>
            </a:r>
            <a:endParaRPr lang="en-US" sz="1400" spc="-20" dirty="0">
              <a:solidFill>
                <a:srgbClr val="D0D5DA"/>
              </a:solidFill>
              <a:latin typeface="Microsoft Sans Serif"/>
              <a:cs typeface="Microsoft Sans Serif"/>
            </a:endParaRPr>
          </a:p>
          <a:p>
            <a:pPr marL="12700" marR="5080" indent="38100">
              <a:lnSpc>
                <a:spcPct val="192300"/>
              </a:lnSpc>
            </a:pPr>
            <a:r>
              <a:rPr sz="14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Digital</a:t>
            </a:r>
            <a:r>
              <a:rPr sz="14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Forensics</a:t>
            </a:r>
            <a:r>
              <a:rPr sz="140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Investigations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81" name="object 21"/>
          <p:cNvSpPr txBox="1"/>
          <p:nvPr/>
        </p:nvSpPr>
        <p:spPr>
          <a:xfrm>
            <a:off x="1854915" y="4550458"/>
            <a:ext cx="14789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Achievement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82" name="object 22"/>
          <p:cNvSpPr txBox="1"/>
          <p:nvPr/>
        </p:nvSpPr>
        <p:spPr>
          <a:xfrm>
            <a:off x="2367033" y="5685926"/>
            <a:ext cx="233553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>Rank</a:t>
            </a:r>
            <a:r>
              <a:rPr sz="13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Among</a:t>
            </a:r>
            <a:r>
              <a:rPr sz="1300" spc="-8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0D5DA"/>
                </a:solidFill>
                <a:latin typeface="Microsoft Sans Serif"/>
                <a:cs typeface="Microsoft Sans Serif"/>
              </a:rPr>
              <a:t>Nationwide</a:t>
            </a:r>
            <a:r>
              <a:rPr sz="13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Interns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83" name="object 23"/>
          <p:cNvGrpSpPr/>
          <p:nvPr/>
        </p:nvGrpSpPr>
        <p:grpSpPr>
          <a:xfrm>
            <a:off x="6495328" y="3544327"/>
            <a:ext cx="4470604" cy="2695575"/>
            <a:chOff x="6400800" y="2514599"/>
            <a:chExt cx="5181600" cy="3257550"/>
          </a:xfrm>
        </p:grpSpPr>
        <p:sp>
          <p:nvSpPr>
            <p:cNvPr id="84" name="object 24"/>
            <p:cNvSpPr/>
            <p:nvPr/>
          </p:nvSpPr>
          <p:spPr>
            <a:xfrm>
              <a:off x="6400800" y="2514599"/>
              <a:ext cx="5181600" cy="3257550"/>
            </a:xfrm>
            <a:custGeom>
              <a:avLst/>
              <a:gdLst/>
              <a:ahLst/>
              <a:cxnLst/>
              <a:rect l="l" t="t" r="r" b="b"/>
              <a:pathLst>
                <a:path w="5181600" h="3257550">
                  <a:moveTo>
                    <a:pt x="5105399" y="3257549"/>
                  </a:moveTo>
                  <a:lnTo>
                    <a:pt x="76199" y="3257549"/>
                  </a:lnTo>
                  <a:lnTo>
                    <a:pt x="68693" y="3257187"/>
                  </a:lnTo>
                  <a:lnTo>
                    <a:pt x="27882" y="3240282"/>
                  </a:lnTo>
                  <a:lnTo>
                    <a:pt x="3262" y="3203435"/>
                  </a:lnTo>
                  <a:lnTo>
                    <a:pt x="0" y="31813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7741" y="12830"/>
                  </a:lnTo>
                  <a:lnTo>
                    <a:pt x="5175798" y="47039"/>
                  </a:lnTo>
                  <a:lnTo>
                    <a:pt x="5181599" y="76199"/>
                  </a:lnTo>
                  <a:lnTo>
                    <a:pt x="5181599" y="3181349"/>
                  </a:lnTo>
                  <a:lnTo>
                    <a:pt x="5168769" y="3223691"/>
                  </a:lnTo>
                  <a:lnTo>
                    <a:pt x="5134558" y="3251749"/>
                  </a:lnTo>
                  <a:lnTo>
                    <a:pt x="5105399" y="3257549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5" name="object 25"/>
            <p:cNvSpPr/>
            <p:nvPr/>
          </p:nvSpPr>
          <p:spPr>
            <a:xfrm>
              <a:off x="6400800" y="2514599"/>
              <a:ext cx="5181600" cy="3257550"/>
            </a:xfrm>
            <a:custGeom>
              <a:avLst/>
              <a:gdLst/>
              <a:ahLst/>
              <a:cxnLst/>
              <a:rect l="l" t="t" r="r" b="b"/>
              <a:pathLst>
                <a:path w="5181600" h="3257550">
                  <a:moveTo>
                    <a:pt x="5105399" y="3257549"/>
                  </a:moveTo>
                  <a:lnTo>
                    <a:pt x="76199" y="3257549"/>
                  </a:lnTo>
                  <a:lnTo>
                    <a:pt x="68693" y="3257187"/>
                  </a:lnTo>
                  <a:lnTo>
                    <a:pt x="27882" y="3240282"/>
                  </a:lnTo>
                  <a:lnTo>
                    <a:pt x="3262" y="3203436"/>
                  </a:lnTo>
                  <a:lnTo>
                    <a:pt x="0" y="31813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105399" y="0"/>
                  </a:lnTo>
                  <a:lnTo>
                    <a:pt x="5142220" y="9524"/>
                  </a:lnTo>
                  <a:lnTo>
                    <a:pt x="71822" y="9524"/>
                  </a:lnTo>
                  <a:lnTo>
                    <a:pt x="67486" y="9952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2"/>
                  </a:lnTo>
                  <a:lnTo>
                    <a:pt x="9524" y="3185727"/>
                  </a:lnTo>
                  <a:lnTo>
                    <a:pt x="9833" y="3188856"/>
                  </a:lnTo>
                  <a:lnTo>
                    <a:pt x="9952" y="3190063"/>
                  </a:lnTo>
                  <a:lnTo>
                    <a:pt x="25957" y="3225400"/>
                  </a:lnTo>
                  <a:lnTo>
                    <a:pt x="58898" y="3245889"/>
                  </a:lnTo>
                  <a:lnTo>
                    <a:pt x="71822" y="3248024"/>
                  </a:lnTo>
                  <a:lnTo>
                    <a:pt x="5142219" y="3248024"/>
                  </a:lnTo>
                  <a:lnTo>
                    <a:pt x="5141355" y="3248541"/>
                  </a:lnTo>
                  <a:lnTo>
                    <a:pt x="5134558" y="3251749"/>
                  </a:lnTo>
                  <a:lnTo>
                    <a:pt x="5127485" y="3254286"/>
                  </a:lnTo>
                  <a:lnTo>
                    <a:pt x="5120267" y="3256099"/>
                  </a:lnTo>
                  <a:lnTo>
                    <a:pt x="5112905" y="3257187"/>
                  </a:lnTo>
                  <a:lnTo>
                    <a:pt x="5105399" y="3257549"/>
                  </a:lnTo>
                  <a:close/>
                </a:path>
                <a:path w="5181600" h="3257550">
                  <a:moveTo>
                    <a:pt x="5142219" y="3248024"/>
                  </a:moveTo>
                  <a:lnTo>
                    <a:pt x="5109777" y="3248024"/>
                  </a:lnTo>
                  <a:lnTo>
                    <a:pt x="5114112" y="3247597"/>
                  </a:lnTo>
                  <a:lnTo>
                    <a:pt x="5122700" y="3245889"/>
                  </a:lnTo>
                  <a:lnTo>
                    <a:pt x="5155641" y="3225400"/>
                  </a:lnTo>
                  <a:lnTo>
                    <a:pt x="5171647" y="3190063"/>
                  </a:lnTo>
                  <a:lnTo>
                    <a:pt x="5172074" y="3185727"/>
                  </a:lnTo>
                  <a:lnTo>
                    <a:pt x="5172074" y="71822"/>
                  </a:lnTo>
                  <a:lnTo>
                    <a:pt x="5171766" y="68693"/>
                  </a:lnTo>
                  <a:lnTo>
                    <a:pt x="5171647" y="67486"/>
                  </a:lnTo>
                  <a:lnTo>
                    <a:pt x="5155641" y="32149"/>
                  </a:lnTo>
                  <a:lnTo>
                    <a:pt x="5122700" y="11660"/>
                  </a:lnTo>
                  <a:lnTo>
                    <a:pt x="5109777" y="9524"/>
                  </a:lnTo>
                  <a:lnTo>
                    <a:pt x="5142220" y="9524"/>
                  </a:lnTo>
                  <a:lnTo>
                    <a:pt x="5172591" y="40243"/>
                  </a:lnTo>
                  <a:lnTo>
                    <a:pt x="5181599" y="3181349"/>
                  </a:lnTo>
                  <a:lnTo>
                    <a:pt x="5181237" y="3188856"/>
                  </a:lnTo>
                  <a:lnTo>
                    <a:pt x="5164332" y="3229666"/>
                  </a:lnTo>
                  <a:lnTo>
                    <a:pt x="5147869" y="3244624"/>
                  </a:lnTo>
                  <a:lnTo>
                    <a:pt x="5142219" y="3248024"/>
                  </a:lnTo>
                  <a:close/>
                </a:path>
              </a:pathLst>
            </a:custGeom>
            <a:solidFill>
              <a:srgbClr val="13B8A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31608" y="2738158"/>
              <a:ext cx="423806" cy="363423"/>
            </a:xfrm>
            <a:prstGeom prst="rect">
              <a:avLst/>
            </a:prstGeom>
          </p:spPr>
        </p:pic>
        <p:pic>
          <p:nvPicPr>
            <p:cNvPr id="8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24447" y="2812034"/>
              <a:ext cx="238126" cy="193675"/>
            </a:xfrm>
            <a:prstGeom prst="rect">
              <a:avLst/>
            </a:prstGeom>
          </p:spPr>
        </p:pic>
      </p:grpSp>
      <p:sp>
        <p:nvSpPr>
          <p:cNvPr id="88" name="object 28"/>
          <p:cNvSpPr txBox="1"/>
          <p:nvPr/>
        </p:nvSpPr>
        <p:spPr>
          <a:xfrm>
            <a:off x="7169295" y="3770508"/>
            <a:ext cx="176783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Skills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Enhanced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89" name="object 29"/>
          <p:cNvGrpSpPr/>
          <p:nvPr/>
        </p:nvGrpSpPr>
        <p:grpSpPr>
          <a:xfrm>
            <a:off x="6811169" y="4217483"/>
            <a:ext cx="335228" cy="1713056"/>
            <a:chOff x="6477078" y="4445054"/>
            <a:chExt cx="335228" cy="1713056"/>
          </a:xfrm>
        </p:grpSpPr>
        <p:sp>
          <p:nvSpPr>
            <p:cNvPr id="90" name="object 30"/>
            <p:cNvSpPr/>
            <p:nvPr/>
          </p:nvSpPr>
          <p:spPr>
            <a:xfrm>
              <a:off x="6477078" y="444505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4"/>
                  </a:lnTo>
                  <a:lnTo>
                    <a:pt x="203733" y="295895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0066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61546" y="4545066"/>
              <a:ext cx="168275" cy="104775"/>
            </a:xfrm>
            <a:prstGeom prst="rect">
              <a:avLst/>
            </a:prstGeom>
          </p:spPr>
        </p:pic>
        <p:sp>
          <p:nvSpPr>
            <p:cNvPr id="92" name="object 32"/>
            <p:cNvSpPr/>
            <p:nvPr/>
          </p:nvSpPr>
          <p:spPr>
            <a:xfrm>
              <a:off x="6507506" y="51600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8A2AE2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96471" y="5244144"/>
              <a:ext cx="133350" cy="136525"/>
            </a:xfrm>
            <a:prstGeom prst="rect">
              <a:avLst/>
            </a:prstGeom>
          </p:spPr>
        </p:pic>
        <p:sp>
          <p:nvSpPr>
            <p:cNvPr id="94" name="object 34"/>
            <p:cNvSpPr/>
            <p:nvPr/>
          </p:nvSpPr>
          <p:spPr>
            <a:xfrm>
              <a:off x="6487076" y="585331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8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20B1A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74872" y="5937447"/>
              <a:ext cx="133350" cy="136525"/>
            </a:xfrm>
            <a:prstGeom prst="rect">
              <a:avLst/>
            </a:prstGeom>
          </p:spPr>
        </p:pic>
      </p:grpSp>
      <p:sp>
        <p:nvSpPr>
          <p:cNvPr id="97" name="object 40"/>
          <p:cNvSpPr txBox="1"/>
          <p:nvPr/>
        </p:nvSpPr>
        <p:spPr>
          <a:xfrm>
            <a:off x="7239897" y="4135903"/>
            <a:ext cx="3440269" cy="206787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Teamwork</a:t>
            </a:r>
            <a:endParaRPr sz="1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Collaborative</a:t>
            </a:r>
            <a:r>
              <a:rPr sz="1100" spc="1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problem</a:t>
            </a:r>
            <a:r>
              <a:rPr sz="1200" spc="-30" dirty="0">
                <a:solidFill>
                  <a:srgbClr val="9CA2AF"/>
                </a:solidFill>
                <a:latin typeface="Verdana"/>
                <a:cs typeface="Verdana"/>
              </a:rPr>
              <a:t>-</a:t>
            </a:r>
            <a:r>
              <a:rPr sz="110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solving</a:t>
            </a:r>
            <a:r>
              <a:rPr sz="1100" spc="1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and</a:t>
            </a:r>
            <a:r>
              <a:rPr sz="1100" spc="1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coordination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0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Analytical</a:t>
            </a:r>
            <a:r>
              <a:rPr sz="1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Skills</a:t>
            </a:r>
            <a:endParaRPr sz="1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10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Critical</a:t>
            </a:r>
            <a:r>
              <a:rPr sz="1100" spc="-3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thinking</a:t>
            </a:r>
            <a:r>
              <a:rPr sz="110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and</a:t>
            </a:r>
            <a:r>
              <a:rPr sz="110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9CA2AF"/>
                </a:solidFill>
                <a:latin typeface="Microsoft Sans Serif"/>
                <a:cs typeface="Microsoft Sans Serif"/>
              </a:rPr>
              <a:t>pattern</a:t>
            </a:r>
            <a:r>
              <a:rPr sz="110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recognition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Investigation</a:t>
            </a:r>
            <a:endParaRPr sz="1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10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Evidence</a:t>
            </a:r>
            <a:r>
              <a:rPr sz="1100" spc="-3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analysis</a:t>
            </a:r>
            <a:r>
              <a:rPr sz="1100" spc="-3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and</a:t>
            </a:r>
            <a:r>
              <a:rPr sz="1100" spc="-3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9CA2AF"/>
                </a:solidFill>
                <a:latin typeface="Microsoft Sans Serif"/>
                <a:cs typeface="Microsoft Sans Serif"/>
              </a:rPr>
              <a:t>threat</a:t>
            </a:r>
            <a:r>
              <a:rPr sz="1100" spc="-3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detection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101" name="object 28">
            <a:extLst>
              <a:ext uri="{FF2B5EF4-FFF2-40B4-BE49-F238E27FC236}">
                <a16:creationId xmlns:a16="http://schemas.microsoft.com/office/drawing/2014/main" id="{B2BEBDA1-31D1-B27C-BEAC-A3A426F299C0}"/>
              </a:ext>
            </a:extLst>
          </p:cNvPr>
          <p:cNvSpPr txBox="1"/>
          <p:nvPr/>
        </p:nvSpPr>
        <p:spPr>
          <a:xfrm>
            <a:off x="1707855" y="1932900"/>
            <a:ext cx="3239416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spc="-120" dirty="0">
                <a:solidFill>
                  <a:srgbClr val="FFFFFF"/>
                </a:solidFill>
                <a:latin typeface="Arial"/>
                <a:cs typeface="Arial"/>
              </a:rPr>
              <a:t>Competition Overview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E1B0357-7241-9BD9-3E57-7922D43768F4}"/>
              </a:ext>
            </a:extLst>
          </p:cNvPr>
          <p:cNvSpPr/>
          <p:nvPr/>
        </p:nvSpPr>
        <p:spPr>
          <a:xfrm>
            <a:off x="2248611" y="4823850"/>
            <a:ext cx="23628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TOP-10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0A3F6C-ED15-C558-BF1F-0DDAF5FDD09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975" y="612109"/>
            <a:ext cx="5296645" cy="266291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30453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AA7FC-8483-D9EE-DB01-A2454562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A09080-FFA4-B316-8B07-0CF727384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1459F5-54D5-7407-CDA6-A4B332655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FCB816-523A-B787-0B3A-BB71F26C1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D594BA-EAEA-9431-B139-E9A2DCAB7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36369DCC-71F3-51C5-533E-6D590FF14FF7}"/>
              </a:ext>
            </a:extLst>
          </p:cNvPr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 descr="A logo of a university&#10;&#10;AI-generated content may be incorrect.">
            <a:extLst>
              <a:ext uri="{FF2B5EF4-FFF2-40B4-BE49-F238E27FC236}">
                <a16:creationId xmlns:a16="http://schemas.microsoft.com/office/drawing/2014/main" id="{951C74AA-19E8-37FB-C745-E4F6D8BB21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6B77B75B-E4B1-F7C4-A532-8B4B78EB2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6137" y="210354"/>
            <a:ext cx="4948373" cy="1183123"/>
          </a:xfrm>
          <a:prstGeom prst="rect">
            <a:avLst/>
          </a:prstGeom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878FDF7D-DC6E-ADA3-3E7E-2C2463B914B9}"/>
              </a:ext>
            </a:extLst>
          </p:cNvPr>
          <p:cNvSpPr txBox="1">
            <a:spLocks/>
          </p:cNvSpPr>
          <p:nvPr/>
        </p:nvSpPr>
        <p:spPr>
          <a:xfrm>
            <a:off x="1329152" y="292734"/>
            <a:ext cx="5504183" cy="1123384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 dirty="0">
                <a:solidFill>
                  <a:srgbClr val="FFFF00"/>
                </a:solidFill>
              </a:rPr>
              <a:t>Technical Skills &amp; Tools Learned</a:t>
            </a:r>
          </a:p>
        </p:txBody>
      </p:sp>
      <p:grpSp>
        <p:nvGrpSpPr>
          <p:cNvPr id="51" name="object 20"/>
          <p:cNvGrpSpPr/>
          <p:nvPr/>
        </p:nvGrpSpPr>
        <p:grpSpPr>
          <a:xfrm>
            <a:off x="6786589" y="590550"/>
            <a:ext cx="4648200" cy="2838450"/>
            <a:chOff x="6324600" y="1628774"/>
            <a:chExt cx="4648200" cy="2838450"/>
          </a:xfrm>
        </p:grpSpPr>
        <p:sp>
          <p:nvSpPr>
            <p:cNvPr id="53" name="object 22"/>
            <p:cNvSpPr/>
            <p:nvPr/>
          </p:nvSpPr>
          <p:spPr>
            <a:xfrm>
              <a:off x="6324600" y="1628774"/>
              <a:ext cx="4648200" cy="2838450"/>
            </a:xfrm>
            <a:custGeom>
              <a:avLst/>
              <a:gdLst/>
              <a:ahLst/>
              <a:cxnLst/>
              <a:rect l="l" t="t" r="r" b="b"/>
              <a:pathLst>
                <a:path w="4648200" h="2838450">
                  <a:moveTo>
                    <a:pt x="4495799" y="2838449"/>
                  </a:moveTo>
                  <a:lnTo>
                    <a:pt x="152399" y="2838449"/>
                  </a:lnTo>
                  <a:lnTo>
                    <a:pt x="137387" y="2837724"/>
                  </a:lnTo>
                  <a:lnTo>
                    <a:pt x="94079" y="2826848"/>
                  </a:lnTo>
                  <a:lnTo>
                    <a:pt x="55765" y="2803915"/>
                  </a:lnTo>
                  <a:lnTo>
                    <a:pt x="25660" y="2770734"/>
                  </a:lnTo>
                  <a:lnTo>
                    <a:pt x="6525" y="2730222"/>
                  </a:lnTo>
                  <a:lnTo>
                    <a:pt x="0" y="26860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4495799" y="0"/>
                  </a:lnTo>
                  <a:lnTo>
                    <a:pt x="4539972" y="6525"/>
                  </a:lnTo>
                  <a:lnTo>
                    <a:pt x="4580483" y="25660"/>
                  </a:lnTo>
                  <a:lnTo>
                    <a:pt x="4613665" y="55765"/>
                  </a:lnTo>
                  <a:lnTo>
                    <a:pt x="4636598" y="94079"/>
                  </a:lnTo>
                  <a:lnTo>
                    <a:pt x="4647474" y="137387"/>
                  </a:lnTo>
                  <a:lnTo>
                    <a:pt x="4648199" y="152399"/>
                  </a:lnTo>
                  <a:lnTo>
                    <a:pt x="4648199" y="2686049"/>
                  </a:lnTo>
                  <a:lnTo>
                    <a:pt x="4641673" y="2730222"/>
                  </a:lnTo>
                  <a:lnTo>
                    <a:pt x="4622538" y="2770734"/>
                  </a:lnTo>
                  <a:lnTo>
                    <a:pt x="4592433" y="2803915"/>
                  </a:lnTo>
                  <a:lnTo>
                    <a:pt x="4554120" y="2826848"/>
                  </a:lnTo>
                  <a:lnTo>
                    <a:pt x="4510812" y="2837724"/>
                  </a:lnTo>
                  <a:lnTo>
                    <a:pt x="4495799" y="2838449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23"/>
            <p:cNvSpPr/>
            <p:nvPr/>
          </p:nvSpPr>
          <p:spPr>
            <a:xfrm>
              <a:off x="6324600" y="1628774"/>
              <a:ext cx="4648200" cy="2838450"/>
            </a:xfrm>
            <a:custGeom>
              <a:avLst/>
              <a:gdLst/>
              <a:ahLst/>
              <a:cxnLst/>
              <a:rect l="l" t="t" r="r" b="b"/>
              <a:pathLst>
                <a:path w="4648200" h="2838450">
                  <a:moveTo>
                    <a:pt x="4495799" y="2838449"/>
                  </a:moveTo>
                  <a:lnTo>
                    <a:pt x="152399" y="2838449"/>
                  </a:lnTo>
                  <a:lnTo>
                    <a:pt x="137387" y="2837724"/>
                  </a:lnTo>
                  <a:lnTo>
                    <a:pt x="94079" y="2826848"/>
                  </a:lnTo>
                  <a:lnTo>
                    <a:pt x="55765" y="2803915"/>
                  </a:lnTo>
                  <a:lnTo>
                    <a:pt x="25660" y="2770734"/>
                  </a:lnTo>
                  <a:lnTo>
                    <a:pt x="6525" y="2730222"/>
                  </a:lnTo>
                  <a:lnTo>
                    <a:pt x="0" y="26860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5" y="137387"/>
                  </a:lnTo>
                  <a:lnTo>
                    <a:pt x="11600" y="94079"/>
                  </a:lnTo>
                  <a:lnTo>
                    <a:pt x="34533" y="55765"/>
                  </a:lnTo>
                  <a:lnTo>
                    <a:pt x="67715" y="25660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4495799" y="0"/>
                  </a:lnTo>
                  <a:lnTo>
                    <a:pt x="4510812" y="725"/>
                  </a:lnTo>
                  <a:lnTo>
                    <a:pt x="4525536" y="2900"/>
                  </a:lnTo>
                  <a:lnTo>
                    <a:pt x="4539972" y="6525"/>
                  </a:lnTo>
                  <a:lnTo>
                    <a:pt x="45483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2686049"/>
                  </a:lnTo>
                  <a:lnTo>
                    <a:pt x="15675" y="2727524"/>
                  </a:lnTo>
                  <a:lnTo>
                    <a:pt x="33603" y="2765426"/>
                  </a:lnTo>
                  <a:lnTo>
                    <a:pt x="61759" y="2796494"/>
                  </a:lnTo>
                  <a:lnTo>
                    <a:pt x="97724" y="2818048"/>
                  </a:lnTo>
                  <a:lnTo>
                    <a:pt x="138395" y="2828238"/>
                  </a:lnTo>
                  <a:lnTo>
                    <a:pt x="152399" y="2828924"/>
                  </a:lnTo>
                  <a:lnTo>
                    <a:pt x="4548333" y="2828924"/>
                  </a:lnTo>
                  <a:lnTo>
                    <a:pt x="4539972" y="2831924"/>
                  </a:lnTo>
                  <a:lnTo>
                    <a:pt x="4525536" y="2835549"/>
                  </a:lnTo>
                  <a:lnTo>
                    <a:pt x="4510812" y="2837724"/>
                  </a:lnTo>
                  <a:lnTo>
                    <a:pt x="4495799" y="2838449"/>
                  </a:lnTo>
                  <a:close/>
                </a:path>
                <a:path w="4648200" h="2838450">
                  <a:moveTo>
                    <a:pt x="4548333" y="2828924"/>
                  </a:moveTo>
                  <a:lnTo>
                    <a:pt x="4495799" y="2828924"/>
                  </a:lnTo>
                  <a:lnTo>
                    <a:pt x="4502818" y="2828753"/>
                  </a:lnTo>
                  <a:lnTo>
                    <a:pt x="4509803" y="2828238"/>
                  </a:lnTo>
                  <a:lnTo>
                    <a:pt x="4550474" y="2818048"/>
                  </a:lnTo>
                  <a:lnTo>
                    <a:pt x="4586438" y="2796494"/>
                  </a:lnTo>
                  <a:lnTo>
                    <a:pt x="4614594" y="2765426"/>
                  </a:lnTo>
                  <a:lnTo>
                    <a:pt x="4632523" y="2727524"/>
                  </a:lnTo>
                  <a:lnTo>
                    <a:pt x="4637863" y="2701062"/>
                  </a:lnTo>
                  <a:lnTo>
                    <a:pt x="4637987" y="2700054"/>
                  </a:lnTo>
                  <a:lnTo>
                    <a:pt x="4638502" y="2693068"/>
                  </a:lnTo>
                  <a:lnTo>
                    <a:pt x="4638674" y="2686049"/>
                  </a:lnTo>
                  <a:lnTo>
                    <a:pt x="4638674" y="152399"/>
                  </a:lnTo>
                  <a:lnTo>
                    <a:pt x="4632523" y="110925"/>
                  </a:lnTo>
                  <a:lnTo>
                    <a:pt x="4614594" y="73022"/>
                  </a:lnTo>
                  <a:lnTo>
                    <a:pt x="4586438" y="41954"/>
                  </a:lnTo>
                  <a:lnTo>
                    <a:pt x="4550474" y="20400"/>
                  </a:lnTo>
                  <a:lnTo>
                    <a:pt x="4509803" y="10211"/>
                  </a:lnTo>
                  <a:lnTo>
                    <a:pt x="4495799" y="9524"/>
                  </a:lnTo>
                  <a:lnTo>
                    <a:pt x="4548334" y="9524"/>
                  </a:lnTo>
                  <a:lnTo>
                    <a:pt x="4592434" y="34533"/>
                  </a:lnTo>
                  <a:lnTo>
                    <a:pt x="4622539" y="67715"/>
                  </a:lnTo>
                  <a:lnTo>
                    <a:pt x="4641673" y="108226"/>
                  </a:lnTo>
                  <a:lnTo>
                    <a:pt x="4648199" y="152399"/>
                  </a:lnTo>
                  <a:lnTo>
                    <a:pt x="4648199" y="2686049"/>
                  </a:lnTo>
                  <a:lnTo>
                    <a:pt x="4647523" y="2700054"/>
                  </a:lnTo>
                  <a:lnTo>
                    <a:pt x="4636598" y="2744370"/>
                  </a:lnTo>
                  <a:lnTo>
                    <a:pt x="4613665" y="2782684"/>
                  </a:lnTo>
                  <a:lnTo>
                    <a:pt x="4580484" y="2812789"/>
                  </a:lnTo>
                  <a:lnTo>
                    <a:pt x="4554120" y="2826848"/>
                  </a:lnTo>
                  <a:lnTo>
                    <a:pt x="4548333" y="2828924"/>
                  </a:lnTo>
                  <a:close/>
                </a:path>
              </a:pathLst>
            </a:custGeom>
            <a:solidFill>
              <a:srgbClr val="13B8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24"/>
            <p:cNvSpPr/>
            <p:nvPr/>
          </p:nvSpPr>
          <p:spPr>
            <a:xfrm>
              <a:off x="6638924" y="2476499"/>
              <a:ext cx="4019550" cy="457200"/>
            </a:xfrm>
            <a:custGeom>
              <a:avLst/>
              <a:gdLst/>
              <a:ahLst/>
              <a:cxnLst/>
              <a:rect l="l" t="t" r="r" b="b"/>
              <a:pathLst>
                <a:path w="4019550" h="457200">
                  <a:moveTo>
                    <a:pt x="394835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8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948353" y="0"/>
                  </a:lnTo>
                  <a:lnTo>
                    <a:pt x="3989843" y="15621"/>
                  </a:lnTo>
                  <a:lnTo>
                    <a:pt x="4015663" y="51661"/>
                  </a:lnTo>
                  <a:lnTo>
                    <a:pt x="4019549" y="71196"/>
                  </a:lnTo>
                  <a:lnTo>
                    <a:pt x="4019549" y="386003"/>
                  </a:lnTo>
                  <a:lnTo>
                    <a:pt x="4003927" y="427494"/>
                  </a:lnTo>
                  <a:lnTo>
                    <a:pt x="3967887" y="453313"/>
                  </a:lnTo>
                  <a:lnTo>
                    <a:pt x="3953308" y="456711"/>
                  </a:lnTo>
                  <a:lnTo>
                    <a:pt x="3948353" y="457199"/>
                  </a:lnTo>
                  <a:close/>
                </a:path>
              </a:pathLst>
            </a:custGeom>
            <a:solidFill>
              <a:srgbClr val="13B8A6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25"/>
            <p:cNvSpPr/>
            <p:nvPr/>
          </p:nvSpPr>
          <p:spPr>
            <a:xfrm>
              <a:off x="6638924" y="3086099"/>
              <a:ext cx="4019550" cy="457200"/>
            </a:xfrm>
            <a:custGeom>
              <a:avLst/>
              <a:gdLst/>
              <a:ahLst/>
              <a:cxnLst/>
              <a:rect l="l" t="t" r="r" b="b"/>
              <a:pathLst>
                <a:path w="4019550" h="457200">
                  <a:moveTo>
                    <a:pt x="394835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8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948353" y="0"/>
                  </a:lnTo>
                  <a:lnTo>
                    <a:pt x="3989843" y="15621"/>
                  </a:lnTo>
                  <a:lnTo>
                    <a:pt x="4015663" y="51661"/>
                  </a:lnTo>
                  <a:lnTo>
                    <a:pt x="4019549" y="71196"/>
                  </a:lnTo>
                  <a:lnTo>
                    <a:pt x="4019549" y="386003"/>
                  </a:lnTo>
                  <a:lnTo>
                    <a:pt x="4003927" y="427494"/>
                  </a:lnTo>
                  <a:lnTo>
                    <a:pt x="3967887" y="453314"/>
                  </a:lnTo>
                  <a:lnTo>
                    <a:pt x="3953308" y="456711"/>
                  </a:lnTo>
                  <a:lnTo>
                    <a:pt x="3948353" y="4571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26"/>
            <p:cNvSpPr/>
            <p:nvPr/>
          </p:nvSpPr>
          <p:spPr>
            <a:xfrm>
              <a:off x="6638924" y="3695699"/>
              <a:ext cx="4019550" cy="457200"/>
            </a:xfrm>
            <a:custGeom>
              <a:avLst/>
              <a:gdLst/>
              <a:ahLst/>
              <a:cxnLst/>
              <a:rect l="l" t="t" r="r" b="b"/>
              <a:pathLst>
                <a:path w="4019550" h="457200">
                  <a:moveTo>
                    <a:pt x="394835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948353" y="0"/>
                  </a:lnTo>
                  <a:lnTo>
                    <a:pt x="3989843" y="15621"/>
                  </a:lnTo>
                  <a:lnTo>
                    <a:pt x="4015663" y="51661"/>
                  </a:lnTo>
                  <a:lnTo>
                    <a:pt x="4019549" y="71196"/>
                  </a:lnTo>
                  <a:lnTo>
                    <a:pt x="4019549" y="386003"/>
                  </a:lnTo>
                  <a:lnTo>
                    <a:pt x="4003927" y="427494"/>
                  </a:lnTo>
                  <a:lnTo>
                    <a:pt x="3967887" y="453314"/>
                  </a:lnTo>
                  <a:lnTo>
                    <a:pt x="3953308" y="456711"/>
                  </a:lnTo>
                  <a:lnTo>
                    <a:pt x="3948353" y="457199"/>
                  </a:lnTo>
                  <a:close/>
                </a:path>
              </a:pathLst>
            </a:custGeom>
            <a:solidFill>
              <a:srgbClr val="A754F6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38924" y="1981199"/>
              <a:ext cx="228600" cy="228600"/>
            </a:xfrm>
            <a:prstGeom prst="rect">
              <a:avLst/>
            </a:prstGeom>
          </p:spPr>
        </p:pic>
      </p:grpSp>
      <p:sp>
        <p:nvSpPr>
          <p:cNvPr id="59" name="object 29"/>
          <p:cNvSpPr txBox="1"/>
          <p:nvPr/>
        </p:nvSpPr>
        <p:spPr>
          <a:xfrm>
            <a:off x="7431114" y="863255"/>
            <a:ext cx="11957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14" dirty="0">
                <a:solidFill>
                  <a:srgbClr val="2DD4BE"/>
                </a:solidFill>
                <a:latin typeface="Arial"/>
                <a:cs typeface="Arial"/>
              </a:rPr>
              <a:t>Core</a:t>
            </a:r>
            <a:r>
              <a:rPr sz="2000" b="1" spc="-80" dirty="0">
                <a:solidFill>
                  <a:srgbClr val="2DD4BE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2DD4BE"/>
                </a:solidFill>
                <a:latin typeface="Arial"/>
                <a:cs typeface="Arial"/>
              </a:rPr>
              <a:t>Skills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0" name="object 30"/>
          <p:cNvGrpSpPr/>
          <p:nvPr/>
        </p:nvGrpSpPr>
        <p:grpSpPr>
          <a:xfrm>
            <a:off x="6786589" y="1590675"/>
            <a:ext cx="4648200" cy="4714875"/>
            <a:chOff x="6324600" y="2628899"/>
            <a:chExt cx="4648200" cy="4714875"/>
          </a:xfrm>
        </p:grpSpPr>
        <p:pic>
          <p:nvPicPr>
            <p:cNvPr id="6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3224" y="2628899"/>
              <a:ext cx="152400" cy="152400"/>
            </a:xfrm>
            <a:prstGeom prst="rect">
              <a:avLst/>
            </a:prstGeom>
          </p:spPr>
        </p:pic>
        <p:pic>
          <p:nvPicPr>
            <p:cNvPr id="6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50049" y="3248024"/>
              <a:ext cx="158750" cy="133350"/>
            </a:xfrm>
            <a:prstGeom prst="rect">
              <a:avLst/>
            </a:prstGeom>
          </p:spPr>
        </p:pic>
        <p:pic>
          <p:nvPicPr>
            <p:cNvPr id="6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53224" y="3857624"/>
              <a:ext cx="152400" cy="133350"/>
            </a:xfrm>
            <a:prstGeom prst="rect">
              <a:avLst/>
            </a:prstGeom>
          </p:spPr>
        </p:pic>
        <p:sp>
          <p:nvSpPr>
            <p:cNvPr id="64" name="object 34"/>
            <p:cNvSpPr/>
            <p:nvPr/>
          </p:nvSpPr>
          <p:spPr>
            <a:xfrm>
              <a:off x="6324600" y="4772024"/>
              <a:ext cx="4648200" cy="2571750"/>
            </a:xfrm>
            <a:custGeom>
              <a:avLst/>
              <a:gdLst/>
              <a:ahLst/>
              <a:cxnLst/>
              <a:rect l="l" t="t" r="r" b="b"/>
              <a:pathLst>
                <a:path w="4648200" h="2571750">
                  <a:moveTo>
                    <a:pt x="4495799" y="2571749"/>
                  </a:moveTo>
                  <a:lnTo>
                    <a:pt x="152399" y="2571749"/>
                  </a:lnTo>
                  <a:lnTo>
                    <a:pt x="137387" y="2571024"/>
                  </a:lnTo>
                  <a:lnTo>
                    <a:pt x="94079" y="2560148"/>
                  </a:lnTo>
                  <a:lnTo>
                    <a:pt x="55765" y="2537215"/>
                  </a:lnTo>
                  <a:lnTo>
                    <a:pt x="25660" y="2504034"/>
                  </a:lnTo>
                  <a:lnTo>
                    <a:pt x="6525" y="2463522"/>
                  </a:lnTo>
                  <a:lnTo>
                    <a:pt x="0" y="24193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4495799" y="0"/>
                  </a:lnTo>
                  <a:lnTo>
                    <a:pt x="4539972" y="6525"/>
                  </a:lnTo>
                  <a:lnTo>
                    <a:pt x="4580483" y="25660"/>
                  </a:lnTo>
                  <a:lnTo>
                    <a:pt x="4613665" y="55765"/>
                  </a:lnTo>
                  <a:lnTo>
                    <a:pt x="4636598" y="94079"/>
                  </a:lnTo>
                  <a:lnTo>
                    <a:pt x="4647474" y="137387"/>
                  </a:lnTo>
                  <a:lnTo>
                    <a:pt x="4648199" y="152399"/>
                  </a:lnTo>
                  <a:lnTo>
                    <a:pt x="4648199" y="2419349"/>
                  </a:lnTo>
                  <a:lnTo>
                    <a:pt x="4641673" y="2463522"/>
                  </a:lnTo>
                  <a:lnTo>
                    <a:pt x="4622538" y="2504034"/>
                  </a:lnTo>
                  <a:lnTo>
                    <a:pt x="4592433" y="2537215"/>
                  </a:lnTo>
                  <a:lnTo>
                    <a:pt x="4554120" y="2560148"/>
                  </a:lnTo>
                  <a:lnTo>
                    <a:pt x="4510812" y="2571024"/>
                  </a:lnTo>
                  <a:lnTo>
                    <a:pt x="4495799" y="2571749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35"/>
            <p:cNvSpPr/>
            <p:nvPr/>
          </p:nvSpPr>
          <p:spPr>
            <a:xfrm>
              <a:off x="6324600" y="4772024"/>
              <a:ext cx="4648200" cy="2571750"/>
            </a:xfrm>
            <a:custGeom>
              <a:avLst/>
              <a:gdLst/>
              <a:ahLst/>
              <a:cxnLst/>
              <a:rect l="l" t="t" r="r" b="b"/>
              <a:pathLst>
                <a:path w="4648200" h="2571750">
                  <a:moveTo>
                    <a:pt x="4495799" y="2571749"/>
                  </a:moveTo>
                  <a:lnTo>
                    <a:pt x="152399" y="2571749"/>
                  </a:lnTo>
                  <a:lnTo>
                    <a:pt x="137387" y="2571024"/>
                  </a:lnTo>
                  <a:lnTo>
                    <a:pt x="94079" y="2560148"/>
                  </a:lnTo>
                  <a:lnTo>
                    <a:pt x="55765" y="2537215"/>
                  </a:lnTo>
                  <a:lnTo>
                    <a:pt x="25660" y="2504034"/>
                  </a:lnTo>
                  <a:lnTo>
                    <a:pt x="6525" y="2463522"/>
                  </a:lnTo>
                  <a:lnTo>
                    <a:pt x="0" y="24193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4495799" y="0"/>
                  </a:lnTo>
                  <a:lnTo>
                    <a:pt x="4510812" y="725"/>
                  </a:lnTo>
                  <a:lnTo>
                    <a:pt x="4525536" y="2900"/>
                  </a:lnTo>
                  <a:lnTo>
                    <a:pt x="4539972" y="6525"/>
                  </a:lnTo>
                  <a:lnTo>
                    <a:pt x="45483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2419349"/>
                  </a:lnTo>
                  <a:lnTo>
                    <a:pt x="15675" y="2460824"/>
                  </a:lnTo>
                  <a:lnTo>
                    <a:pt x="33603" y="2498726"/>
                  </a:lnTo>
                  <a:lnTo>
                    <a:pt x="61759" y="2529794"/>
                  </a:lnTo>
                  <a:lnTo>
                    <a:pt x="97724" y="2551348"/>
                  </a:lnTo>
                  <a:lnTo>
                    <a:pt x="138395" y="2561538"/>
                  </a:lnTo>
                  <a:lnTo>
                    <a:pt x="152399" y="2562224"/>
                  </a:lnTo>
                  <a:lnTo>
                    <a:pt x="4548333" y="2562224"/>
                  </a:lnTo>
                  <a:lnTo>
                    <a:pt x="4539972" y="2565224"/>
                  </a:lnTo>
                  <a:lnTo>
                    <a:pt x="4525536" y="2568849"/>
                  </a:lnTo>
                  <a:lnTo>
                    <a:pt x="4510812" y="2571024"/>
                  </a:lnTo>
                  <a:lnTo>
                    <a:pt x="4495799" y="2571749"/>
                  </a:lnTo>
                  <a:close/>
                </a:path>
                <a:path w="4648200" h="2571750">
                  <a:moveTo>
                    <a:pt x="4548333" y="2562224"/>
                  </a:moveTo>
                  <a:lnTo>
                    <a:pt x="4495799" y="2562224"/>
                  </a:lnTo>
                  <a:lnTo>
                    <a:pt x="4502818" y="2562053"/>
                  </a:lnTo>
                  <a:lnTo>
                    <a:pt x="4509803" y="2561538"/>
                  </a:lnTo>
                  <a:lnTo>
                    <a:pt x="4550474" y="2551348"/>
                  </a:lnTo>
                  <a:lnTo>
                    <a:pt x="4586438" y="2529794"/>
                  </a:lnTo>
                  <a:lnTo>
                    <a:pt x="4614594" y="2498726"/>
                  </a:lnTo>
                  <a:lnTo>
                    <a:pt x="4632523" y="2460824"/>
                  </a:lnTo>
                  <a:lnTo>
                    <a:pt x="4637863" y="2434362"/>
                  </a:lnTo>
                  <a:lnTo>
                    <a:pt x="4637987" y="2433353"/>
                  </a:lnTo>
                  <a:lnTo>
                    <a:pt x="4638502" y="2426368"/>
                  </a:lnTo>
                  <a:lnTo>
                    <a:pt x="4638674" y="2419349"/>
                  </a:lnTo>
                  <a:lnTo>
                    <a:pt x="4638674" y="152399"/>
                  </a:lnTo>
                  <a:lnTo>
                    <a:pt x="4632523" y="110925"/>
                  </a:lnTo>
                  <a:lnTo>
                    <a:pt x="4614594" y="73022"/>
                  </a:lnTo>
                  <a:lnTo>
                    <a:pt x="4586438" y="41954"/>
                  </a:lnTo>
                  <a:lnTo>
                    <a:pt x="4550474" y="20400"/>
                  </a:lnTo>
                  <a:lnTo>
                    <a:pt x="4509803" y="10211"/>
                  </a:lnTo>
                  <a:lnTo>
                    <a:pt x="4495799" y="9524"/>
                  </a:lnTo>
                  <a:lnTo>
                    <a:pt x="4548334" y="9524"/>
                  </a:lnTo>
                  <a:lnTo>
                    <a:pt x="4592434" y="34533"/>
                  </a:lnTo>
                  <a:lnTo>
                    <a:pt x="4622539" y="67715"/>
                  </a:lnTo>
                  <a:lnTo>
                    <a:pt x="4641673" y="108226"/>
                  </a:lnTo>
                  <a:lnTo>
                    <a:pt x="4648199" y="152399"/>
                  </a:lnTo>
                  <a:lnTo>
                    <a:pt x="4648199" y="2419349"/>
                  </a:lnTo>
                  <a:lnTo>
                    <a:pt x="4647523" y="2433353"/>
                  </a:lnTo>
                  <a:lnTo>
                    <a:pt x="4636598" y="2477670"/>
                  </a:lnTo>
                  <a:lnTo>
                    <a:pt x="4613665" y="2515984"/>
                  </a:lnTo>
                  <a:lnTo>
                    <a:pt x="4580484" y="2546089"/>
                  </a:lnTo>
                  <a:lnTo>
                    <a:pt x="4554120" y="2560148"/>
                  </a:lnTo>
                  <a:lnTo>
                    <a:pt x="4548333" y="2562224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36"/>
            <p:cNvSpPr/>
            <p:nvPr/>
          </p:nvSpPr>
          <p:spPr>
            <a:xfrm>
              <a:off x="6638924" y="5619749"/>
              <a:ext cx="4019550" cy="647700"/>
            </a:xfrm>
            <a:custGeom>
              <a:avLst/>
              <a:gdLst/>
              <a:ahLst/>
              <a:cxnLst/>
              <a:rect l="l" t="t" r="r" b="b"/>
              <a:pathLst>
                <a:path w="4019550" h="647700">
                  <a:moveTo>
                    <a:pt x="3948353" y="647699"/>
                  </a:moveTo>
                  <a:lnTo>
                    <a:pt x="71196" y="647699"/>
                  </a:lnTo>
                  <a:lnTo>
                    <a:pt x="66241" y="647211"/>
                  </a:lnTo>
                  <a:lnTo>
                    <a:pt x="29705" y="632077"/>
                  </a:lnTo>
                  <a:lnTo>
                    <a:pt x="3885" y="596037"/>
                  </a:lnTo>
                  <a:lnTo>
                    <a:pt x="0" y="576503"/>
                  </a:lnTo>
                  <a:lnTo>
                    <a:pt x="0" y="571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948353" y="0"/>
                  </a:lnTo>
                  <a:lnTo>
                    <a:pt x="3989843" y="15621"/>
                  </a:lnTo>
                  <a:lnTo>
                    <a:pt x="4015663" y="51661"/>
                  </a:lnTo>
                  <a:lnTo>
                    <a:pt x="4019549" y="71196"/>
                  </a:lnTo>
                  <a:lnTo>
                    <a:pt x="4019549" y="576503"/>
                  </a:lnTo>
                  <a:lnTo>
                    <a:pt x="4003927" y="617994"/>
                  </a:lnTo>
                  <a:lnTo>
                    <a:pt x="3967887" y="643814"/>
                  </a:lnTo>
                  <a:lnTo>
                    <a:pt x="3953308" y="647211"/>
                  </a:lnTo>
                  <a:lnTo>
                    <a:pt x="3948353" y="6476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37"/>
            <p:cNvSpPr/>
            <p:nvPr/>
          </p:nvSpPr>
          <p:spPr>
            <a:xfrm>
              <a:off x="6638924" y="6381749"/>
              <a:ext cx="4019550" cy="647700"/>
            </a:xfrm>
            <a:custGeom>
              <a:avLst/>
              <a:gdLst/>
              <a:ahLst/>
              <a:cxnLst/>
              <a:rect l="l" t="t" r="r" b="b"/>
              <a:pathLst>
                <a:path w="4019550" h="647700">
                  <a:moveTo>
                    <a:pt x="3948353" y="647699"/>
                  </a:moveTo>
                  <a:lnTo>
                    <a:pt x="71196" y="647699"/>
                  </a:lnTo>
                  <a:lnTo>
                    <a:pt x="66241" y="647211"/>
                  </a:lnTo>
                  <a:lnTo>
                    <a:pt x="29705" y="632077"/>
                  </a:lnTo>
                  <a:lnTo>
                    <a:pt x="3885" y="596037"/>
                  </a:lnTo>
                  <a:lnTo>
                    <a:pt x="0" y="576503"/>
                  </a:lnTo>
                  <a:lnTo>
                    <a:pt x="0" y="571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948353" y="0"/>
                  </a:lnTo>
                  <a:lnTo>
                    <a:pt x="3989843" y="15621"/>
                  </a:lnTo>
                  <a:lnTo>
                    <a:pt x="4015663" y="51661"/>
                  </a:lnTo>
                  <a:lnTo>
                    <a:pt x="4019549" y="71196"/>
                  </a:lnTo>
                  <a:lnTo>
                    <a:pt x="4019549" y="576503"/>
                  </a:lnTo>
                  <a:lnTo>
                    <a:pt x="4003927" y="617994"/>
                  </a:lnTo>
                  <a:lnTo>
                    <a:pt x="3967887" y="643813"/>
                  </a:lnTo>
                  <a:lnTo>
                    <a:pt x="3953308" y="647211"/>
                  </a:lnTo>
                  <a:lnTo>
                    <a:pt x="3948353" y="647699"/>
                  </a:lnTo>
                  <a:close/>
                </a:path>
              </a:pathLst>
            </a:custGeom>
            <a:solidFill>
              <a:srgbClr val="13B8A6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38924" y="5124449"/>
              <a:ext cx="228600" cy="228600"/>
            </a:xfrm>
            <a:prstGeom prst="rect">
              <a:avLst/>
            </a:prstGeom>
          </p:spPr>
        </p:pic>
      </p:grpSp>
      <p:sp>
        <p:nvSpPr>
          <p:cNvPr id="69" name="object 39"/>
          <p:cNvSpPr txBox="1"/>
          <p:nvPr/>
        </p:nvSpPr>
        <p:spPr>
          <a:xfrm>
            <a:off x="7469214" y="1540584"/>
            <a:ext cx="1515745" cy="1449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40" dirty="0">
                <a:solidFill>
                  <a:srgbClr val="E4E7EB"/>
                </a:solidFill>
                <a:latin typeface="Microsoft Sans Serif"/>
                <a:cs typeface="Microsoft Sans Serif"/>
              </a:rPr>
              <a:t>Forensics</a:t>
            </a:r>
            <a:r>
              <a:rPr sz="1350" spc="-2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Analysis</a:t>
            </a:r>
            <a:endParaRPr sz="1350">
              <a:latin typeface="Microsoft Sans Serif"/>
              <a:cs typeface="Microsoft Sans Serif"/>
            </a:endParaRPr>
          </a:p>
          <a:p>
            <a:pPr marL="12700" marR="5080">
              <a:lnSpc>
                <a:spcPct val="296300"/>
              </a:lnSpc>
            </a:pPr>
            <a:r>
              <a:rPr sz="1350" spc="-25" dirty="0">
                <a:solidFill>
                  <a:srgbClr val="E4E7EB"/>
                </a:solidFill>
                <a:latin typeface="Microsoft Sans Serif"/>
                <a:cs typeface="Microsoft Sans Serif"/>
              </a:rPr>
              <a:t>Threat</a:t>
            </a:r>
            <a:r>
              <a:rPr sz="1350" spc="-60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Detection </a:t>
            </a:r>
            <a:r>
              <a:rPr sz="1350" spc="-120" dirty="0">
                <a:solidFill>
                  <a:srgbClr val="E4E7EB"/>
                </a:solidFill>
                <a:latin typeface="Microsoft Sans Serif"/>
                <a:cs typeface="Microsoft Sans Serif"/>
              </a:rPr>
              <a:t>SOC</a:t>
            </a:r>
            <a:r>
              <a:rPr sz="1350" spc="-40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350" spc="-25" dirty="0">
                <a:solidFill>
                  <a:srgbClr val="E4E7EB"/>
                </a:solidFill>
                <a:latin typeface="Microsoft Sans Serif"/>
                <a:cs typeface="Microsoft Sans Serif"/>
              </a:rPr>
              <a:t>Log</a:t>
            </a:r>
            <a:r>
              <a:rPr sz="1350" spc="-6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350" spc="-35" dirty="0">
                <a:solidFill>
                  <a:srgbClr val="E4E7EB"/>
                </a:solidFill>
                <a:latin typeface="Microsoft Sans Serif"/>
                <a:cs typeface="Microsoft Sans Serif"/>
              </a:rPr>
              <a:t>Correlation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70" name="object 40"/>
          <p:cNvSpPr txBox="1"/>
          <p:nvPr/>
        </p:nvSpPr>
        <p:spPr>
          <a:xfrm>
            <a:off x="7431114" y="4006505"/>
            <a:ext cx="220599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14" dirty="0">
                <a:solidFill>
                  <a:srgbClr val="60A5FA"/>
                </a:solidFill>
                <a:latin typeface="Arial"/>
                <a:cs typeface="Arial"/>
              </a:rPr>
              <a:t>Legal</a:t>
            </a:r>
            <a:r>
              <a:rPr sz="2000" b="1" spc="-80" dirty="0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sz="1950" b="1" spc="-95" dirty="0">
                <a:solidFill>
                  <a:srgbClr val="60A5FA"/>
                </a:solidFill>
                <a:latin typeface="Comic Sans MS"/>
                <a:cs typeface="Comic Sans MS"/>
              </a:rPr>
              <a:t>&amp;</a:t>
            </a:r>
            <a:r>
              <a:rPr sz="1950" b="1" spc="-370" dirty="0">
                <a:solidFill>
                  <a:srgbClr val="60A5FA"/>
                </a:solidFill>
                <a:latin typeface="Comic Sans MS"/>
                <a:cs typeface="Comic Sans MS"/>
              </a:rPr>
              <a:t> </a:t>
            </a:r>
            <a:r>
              <a:rPr sz="2000" b="1" spc="-100" dirty="0">
                <a:solidFill>
                  <a:srgbClr val="60A5FA"/>
                </a:solidFill>
                <a:latin typeface="Arial"/>
                <a:cs typeface="Arial"/>
              </a:rPr>
              <a:t>Compliance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1" name="object 41"/>
          <p:cNvGrpSpPr/>
          <p:nvPr/>
        </p:nvGrpSpPr>
        <p:grpSpPr>
          <a:xfrm>
            <a:off x="7215213" y="4733925"/>
            <a:ext cx="187325" cy="911225"/>
            <a:chOff x="6753224" y="5772149"/>
            <a:chExt cx="187325" cy="911225"/>
          </a:xfrm>
        </p:grpSpPr>
        <p:pic>
          <p:nvPicPr>
            <p:cNvPr id="7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53224" y="5772149"/>
              <a:ext cx="152400" cy="152400"/>
            </a:xfrm>
            <a:prstGeom prst="rect">
              <a:avLst/>
            </a:prstGeom>
          </p:spPr>
        </p:pic>
        <p:pic>
          <p:nvPicPr>
            <p:cNvPr id="7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56399" y="6537324"/>
              <a:ext cx="184150" cy="146050"/>
            </a:xfrm>
            <a:prstGeom prst="rect">
              <a:avLst/>
            </a:prstGeom>
          </p:spPr>
        </p:pic>
      </p:grpSp>
      <p:sp>
        <p:nvSpPr>
          <p:cNvPr id="74" name="object 45"/>
          <p:cNvSpPr txBox="1"/>
          <p:nvPr/>
        </p:nvSpPr>
        <p:spPr>
          <a:xfrm>
            <a:off x="7469214" y="4663952"/>
            <a:ext cx="2197100" cy="12077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350" spc="-25" dirty="0">
                <a:solidFill>
                  <a:srgbClr val="E4E7EB"/>
                </a:solidFill>
                <a:latin typeface="Microsoft Sans Serif"/>
                <a:cs typeface="Microsoft Sans Serif"/>
              </a:rPr>
              <a:t>Digital</a:t>
            </a:r>
            <a:r>
              <a:rPr sz="1350" spc="-50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350" spc="-35" dirty="0">
                <a:solidFill>
                  <a:srgbClr val="E4E7EB"/>
                </a:solidFill>
                <a:latin typeface="Microsoft Sans Serif"/>
                <a:cs typeface="Microsoft Sans Serif"/>
              </a:rPr>
              <a:t>Evidence</a:t>
            </a:r>
            <a:r>
              <a:rPr sz="1350" spc="-4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Handling</a:t>
            </a:r>
            <a:endParaRPr sz="1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Proper</a:t>
            </a:r>
            <a:r>
              <a:rPr sz="1150" spc="-4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9CA2AF"/>
                </a:solidFill>
                <a:latin typeface="Microsoft Sans Serif"/>
                <a:cs typeface="Microsoft Sans Serif"/>
              </a:rPr>
              <a:t>collection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Microsoft Sans Serif"/>
                <a:cs typeface="Microsoft Sans Serif"/>
              </a:rPr>
              <a:t>and</a:t>
            </a:r>
            <a:r>
              <a:rPr sz="1150" spc="-4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preservation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50165">
              <a:lnSpc>
                <a:spcPct val="100000"/>
              </a:lnSpc>
              <a:spcBef>
                <a:spcPts val="5"/>
              </a:spcBef>
            </a:pPr>
            <a:r>
              <a:rPr sz="1350" spc="-55" dirty="0">
                <a:solidFill>
                  <a:srgbClr val="E4E7EB"/>
                </a:solidFill>
                <a:latin typeface="Microsoft Sans Serif"/>
                <a:cs typeface="Microsoft Sans Serif"/>
              </a:rPr>
              <a:t>Chain</a:t>
            </a:r>
            <a:r>
              <a:rPr sz="1350" dirty="0">
                <a:solidFill>
                  <a:srgbClr val="E4E7EB"/>
                </a:solidFill>
                <a:latin typeface="Microsoft Sans Serif"/>
                <a:cs typeface="Microsoft Sans Serif"/>
              </a:rPr>
              <a:t> of</a:t>
            </a:r>
            <a:r>
              <a:rPr sz="1350" spc="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Custody</a:t>
            </a:r>
            <a:endParaRPr sz="1350">
              <a:latin typeface="Microsoft Sans Serif"/>
              <a:cs typeface="Microsoft Sans Serif"/>
            </a:endParaRPr>
          </a:p>
          <a:p>
            <a:pPr marL="50165">
              <a:lnSpc>
                <a:spcPct val="100000"/>
              </a:lnSpc>
              <a:spcBef>
                <a:spcPts val="155"/>
              </a:spcBef>
            </a:pPr>
            <a:r>
              <a:rPr sz="1150" spc="-25" dirty="0">
                <a:solidFill>
                  <a:srgbClr val="9CA2AF"/>
                </a:solidFill>
                <a:latin typeface="Microsoft Sans Serif"/>
                <a:cs typeface="Microsoft Sans Serif"/>
              </a:rPr>
              <a:t>Legal</a:t>
            </a:r>
            <a:r>
              <a:rPr sz="1150" spc="-50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documentation</a:t>
            </a:r>
            <a:r>
              <a:rPr sz="1150" spc="-55" dirty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9CA2AF"/>
                </a:solidFill>
                <a:latin typeface="Microsoft Sans Serif"/>
                <a:cs typeface="Microsoft Sans Serif"/>
              </a:rPr>
              <a:t>standards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85" name="object 2"/>
          <p:cNvGrpSpPr/>
          <p:nvPr/>
        </p:nvGrpSpPr>
        <p:grpSpPr>
          <a:xfrm>
            <a:off x="1219199" y="1628774"/>
            <a:ext cx="4648199" cy="4057649"/>
            <a:chOff x="1219199" y="1628774"/>
            <a:chExt cx="4648199" cy="4057649"/>
          </a:xfrm>
        </p:grpSpPr>
        <p:pic>
          <p:nvPicPr>
            <p:cNvPr id="86" name="object 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9199" y="1628774"/>
              <a:ext cx="4648199" cy="4057649"/>
            </a:xfrm>
            <a:prstGeom prst="rect">
              <a:avLst/>
            </a:prstGeom>
          </p:spPr>
        </p:pic>
        <p:pic>
          <p:nvPicPr>
            <p:cNvPr id="87" name="object 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30349" y="1978024"/>
              <a:ext cx="231775" cy="231775"/>
            </a:xfrm>
            <a:prstGeom prst="rect">
              <a:avLst/>
            </a:prstGeom>
          </p:spPr>
        </p:pic>
      </p:grpSp>
      <p:sp>
        <p:nvSpPr>
          <p:cNvPr id="88" name="object 7"/>
          <p:cNvSpPr txBox="1">
            <a:spLocks/>
          </p:cNvSpPr>
          <p:nvPr/>
        </p:nvSpPr>
        <p:spPr>
          <a:xfrm>
            <a:off x="1863725" y="1901479"/>
            <a:ext cx="2259330" cy="334645"/>
          </a:xfrm>
          <a:prstGeom prst="rect">
            <a:avLst/>
          </a:prstGeom>
        </p:spPr>
        <p:txBody>
          <a:bodyPr vert="horz" wrap="square" lIns="0" tIns="1587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spc="-80">
                <a:solidFill>
                  <a:srgbClr val="60A5FA"/>
                </a:solidFill>
                <a:latin typeface="Arial"/>
                <a:cs typeface="Arial"/>
              </a:rPr>
              <a:t>Cybersecurity</a:t>
            </a:r>
            <a:r>
              <a:rPr lang="en-IN" sz="2000" spc="-60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lang="en-IN" sz="2000" spc="-105">
                <a:solidFill>
                  <a:srgbClr val="60A5FA"/>
                </a:solidFill>
                <a:latin typeface="Arial"/>
                <a:cs typeface="Arial"/>
              </a:rPr>
              <a:t>Tools</a:t>
            </a:r>
            <a:endParaRPr lang="en-IN" sz="2000">
              <a:latin typeface="Arial"/>
              <a:cs typeface="Arial"/>
            </a:endParaRPr>
          </a:p>
        </p:txBody>
      </p:sp>
      <p:grpSp>
        <p:nvGrpSpPr>
          <p:cNvPr id="89" name="object 8"/>
          <p:cNvGrpSpPr/>
          <p:nvPr/>
        </p:nvGrpSpPr>
        <p:grpSpPr>
          <a:xfrm>
            <a:off x="1685925" y="2628899"/>
            <a:ext cx="190500" cy="2581275"/>
            <a:chOff x="1685925" y="2628899"/>
            <a:chExt cx="190500" cy="2581275"/>
          </a:xfrm>
        </p:grpSpPr>
        <p:pic>
          <p:nvPicPr>
            <p:cNvPr id="90" name="object 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85925" y="2628899"/>
              <a:ext cx="190500" cy="152400"/>
            </a:xfrm>
            <a:prstGeom prst="rect">
              <a:avLst/>
            </a:prstGeom>
          </p:spPr>
        </p:pic>
        <p:pic>
          <p:nvPicPr>
            <p:cNvPr id="91" name="object 1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89100" y="3238499"/>
              <a:ext cx="146050" cy="155575"/>
            </a:xfrm>
            <a:prstGeom prst="rect">
              <a:avLst/>
            </a:prstGeom>
          </p:spPr>
        </p:pic>
        <p:pic>
          <p:nvPicPr>
            <p:cNvPr id="92" name="object 1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85925" y="3848099"/>
              <a:ext cx="152400" cy="152400"/>
            </a:xfrm>
            <a:prstGeom prst="rect">
              <a:avLst/>
            </a:prstGeom>
          </p:spPr>
        </p:pic>
        <p:pic>
          <p:nvPicPr>
            <p:cNvPr id="93" name="object 1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85925" y="5076824"/>
              <a:ext cx="152400" cy="133350"/>
            </a:xfrm>
            <a:prstGeom prst="rect">
              <a:avLst/>
            </a:prstGeom>
          </p:spPr>
        </p:pic>
      </p:grpSp>
      <p:sp>
        <p:nvSpPr>
          <p:cNvPr id="94" name="object 13"/>
          <p:cNvSpPr txBox="1"/>
          <p:nvPr/>
        </p:nvSpPr>
        <p:spPr>
          <a:xfrm>
            <a:off x="1835150" y="2547705"/>
            <a:ext cx="1515306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Wireshark</a:t>
            </a:r>
            <a:endParaRPr lang="en-US" spc="-10" dirty="0">
              <a:solidFill>
                <a:srgbClr val="E4E7EB"/>
              </a:solidFill>
              <a:latin typeface="Microsoft Sans Serif"/>
              <a:cs typeface="Microsoft Sans Serif"/>
            </a:endParaRPr>
          </a:p>
        </p:txBody>
      </p:sp>
      <p:sp>
        <p:nvSpPr>
          <p:cNvPr id="95" name="object 13">
            <a:extLst>
              <a:ext uri="{FF2B5EF4-FFF2-40B4-BE49-F238E27FC236}">
                <a16:creationId xmlns:a16="http://schemas.microsoft.com/office/drawing/2014/main" id="{2B86F0B0-16BC-F2FF-57F8-146DAB69F9BB}"/>
              </a:ext>
            </a:extLst>
          </p:cNvPr>
          <p:cNvSpPr txBox="1"/>
          <p:nvPr/>
        </p:nvSpPr>
        <p:spPr>
          <a:xfrm>
            <a:off x="1801397" y="2792025"/>
            <a:ext cx="1515306" cy="678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4465" marR="90170">
              <a:lnSpc>
                <a:spcPct val="296300"/>
              </a:lnSpc>
            </a:pPr>
            <a:r>
              <a:rPr spc="-35" dirty="0">
                <a:solidFill>
                  <a:srgbClr val="E4E7EB"/>
                </a:solidFill>
                <a:latin typeface="Microsoft Sans Serif"/>
                <a:cs typeface="Microsoft Sans Serif"/>
              </a:rPr>
              <a:t>Burp</a:t>
            </a:r>
            <a:r>
              <a:rPr spc="-30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pc="-50" dirty="0">
                <a:solidFill>
                  <a:srgbClr val="E4E7EB"/>
                </a:solidFill>
                <a:latin typeface="Microsoft Sans Serif"/>
                <a:cs typeface="Microsoft Sans Serif"/>
              </a:rPr>
              <a:t>Suite </a:t>
            </a:r>
            <a:endParaRPr dirty="0">
              <a:latin typeface="Microsoft Sans Serif"/>
              <a:cs typeface="Microsoft Sans Serif"/>
            </a:endParaRPr>
          </a:p>
        </p:txBody>
      </p:sp>
      <p:sp>
        <p:nvSpPr>
          <p:cNvPr id="96" name="object 13">
            <a:extLst>
              <a:ext uri="{FF2B5EF4-FFF2-40B4-BE49-F238E27FC236}">
                <a16:creationId xmlns:a16="http://schemas.microsoft.com/office/drawing/2014/main" id="{AE75D897-80CB-706A-0DDD-7E4B03EA91F8}"/>
              </a:ext>
            </a:extLst>
          </p:cNvPr>
          <p:cNvSpPr txBox="1"/>
          <p:nvPr/>
        </p:nvSpPr>
        <p:spPr>
          <a:xfrm>
            <a:off x="1801397" y="3768621"/>
            <a:ext cx="1515306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E4E7EB"/>
                </a:solidFill>
                <a:latin typeface="Microsoft Sans Serif"/>
                <a:cs typeface="Microsoft Sans Serif"/>
              </a:rPr>
              <a:t>Autopsy</a:t>
            </a:r>
            <a:endParaRPr dirty="0">
              <a:latin typeface="Microsoft Sans Serif"/>
              <a:cs typeface="Microsoft Sans Serif"/>
            </a:endParaRPr>
          </a:p>
        </p:txBody>
      </p:sp>
      <p:sp>
        <p:nvSpPr>
          <p:cNvPr id="97" name="object 13">
            <a:extLst>
              <a:ext uri="{FF2B5EF4-FFF2-40B4-BE49-F238E27FC236}">
                <a16:creationId xmlns:a16="http://schemas.microsoft.com/office/drawing/2014/main" id="{359EE282-698E-E459-F0A6-AD107ED66BF2}"/>
              </a:ext>
            </a:extLst>
          </p:cNvPr>
          <p:cNvSpPr txBox="1"/>
          <p:nvPr/>
        </p:nvSpPr>
        <p:spPr>
          <a:xfrm>
            <a:off x="1707855" y="4158593"/>
            <a:ext cx="151530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9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pc="-20" dirty="0">
                <a:solidFill>
                  <a:srgbClr val="E4E7EB"/>
                </a:solidFill>
                <a:latin typeface="Microsoft Sans Serif"/>
                <a:cs typeface="Microsoft Sans Serif"/>
              </a:rPr>
              <a:t>Nmap</a:t>
            </a:r>
            <a:endParaRPr dirty="0">
              <a:latin typeface="Microsoft Sans Serif"/>
              <a:cs typeface="Microsoft Sans Serif"/>
            </a:endParaRPr>
          </a:p>
        </p:txBody>
      </p:sp>
      <p:sp>
        <p:nvSpPr>
          <p:cNvPr id="98" name="object 13">
            <a:extLst>
              <a:ext uri="{FF2B5EF4-FFF2-40B4-BE49-F238E27FC236}">
                <a16:creationId xmlns:a16="http://schemas.microsoft.com/office/drawing/2014/main" id="{A47B0F55-898A-38FF-A8F7-12D64988F2C9}"/>
              </a:ext>
            </a:extLst>
          </p:cNvPr>
          <p:cNvSpPr txBox="1"/>
          <p:nvPr/>
        </p:nvSpPr>
        <p:spPr>
          <a:xfrm>
            <a:off x="1762124" y="4721146"/>
            <a:ext cx="151530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164465">
              <a:lnSpc>
                <a:spcPct val="100000"/>
              </a:lnSpc>
            </a:pPr>
            <a:r>
              <a:rPr spc="-90" dirty="0">
                <a:solidFill>
                  <a:srgbClr val="E4E7EB"/>
                </a:solidFill>
                <a:latin typeface="Microsoft Sans Serif"/>
                <a:cs typeface="Microsoft Sans Serif"/>
              </a:rPr>
              <a:t>FTK</a:t>
            </a:r>
            <a:r>
              <a:rPr spc="-25" dirty="0">
                <a:solidFill>
                  <a:srgbClr val="E4E7EB"/>
                </a:solidFill>
                <a:latin typeface="Microsoft Sans Serif"/>
                <a:cs typeface="Microsoft Sans Serif"/>
              </a:rPr>
              <a:t> </a:t>
            </a:r>
            <a:r>
              <a:rPr spc="-30" dirty="0">
                <a:solidFill>
                  <a:srgbClr val="E4E7EB"/>
                </a:solidFill>
                <a:latin typeface="Microsoft Sans Serif"/>
                <a:cs typeface="Microsoft Sans Serif"/>
              </a:rPr>
              <a:t>Imager</a:t>
            </a:r>
            <a:endParaRPr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683534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8523BE-9891-13EC-6C67-C521C46A3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A816D8A-5636-9637-FD31-F504B365D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A97318-54D7-5557-572A-BFFD2317C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32A7C5-2E80-6780-D031-F6E9788E5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89BECE-190A-E84B-3E29-11B491418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B5A3B5B0-CB78-CDCF-3093-F0EE83E4AE50}"/>
              </a:ext>
            </a:extLst>
          </p:cNvPr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 descr="A logo of a university&#10;&#10;AI-generated content may be incorrect.">
            <a:extLst>
              <a:ext uri="{FF2B5EF4-FFF2-40B4-BE49-F238E27FC236}">
                <a16:creationId xmlns:a16="http://schemas.microsoft.com/office/drawing/2014/main" id="{999D2CBF-46F4-7982-8719-EFB899B864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E1CB03C2-1F96-4240-14F0-B977E0438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6106" y="304278"/>
            <a:ext cx="5737081" cy="569387"/>
          </a:xfrm>
          <a:prstGeom prst="rect">
            <a:avLst/>
          </a:prstGeom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C1C6EAED-2D1E-ED23-6895-C12E97C94C02}"/>
              </a:ext>
            </a:extLst>
          </p:cNvPr>
          <p:cNvSpPr txBox="1">
            <a:spLocks/>
          </p:cNvSpPr>
          <p:nvPr/>
        </p:nvSpPr>
        <p:spPr>
          <a:xfrm>
            <a:off x="1707855" y="275897"/>
            <a:ext cx="5371371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 dirty="0">
                <a:solidFill>
                  <a:srgbClr val="FFFF00"/>
                </a:solidFill>
              </a:rPr>
              <a:t>Challenges &amp; Solutions:-</a:t>
            </a:r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142B9FA0-3E89-83BD-F892-657525581D0A}"/>
              </a:ext>
            </a:extLst>
          </p:cNvPr>
          <p:cNvGrpSpPr/>
          <p:nvPr/>
        </p:nvGrpSpPr>
        <p:grpSpPr>
          <a:xfrm>
            <a:off x="1548582" y="1087191"/>
            <a:ext cx="9744075" cy="5114925"/>
            <a:chOff x="1223962" y="1633537"/>
            <a:chExt cx="9744075" cy="511492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1ABEE8C9-D1DA-8D98-2DC8-87520C2BDCCF}"/>
                </a:ext>
              </a:extLst>
            </p:cNvPr>
            <p:cNvSpPr/>
            <p:nvPr/>
          </p:nvSpPr>
          <p:spPr>
            <a:xfrm>
              <a:off x="1223962" y="1633537"/>
              <a:ext cx="9744075" cy="5114925"/>
            </a:xfrm>
            <a:custGeom>
              <a:avLst/>
              <a:gdLst/>
              <a:ahLst/>
              <a:cxnLst/>
              <a:rect l="l" t="t" r="r" b="b"/>
              <a:pathLst>
                <a:path w="9744075" h="5114925">
                  <a:moveTo>
                    <a:pt x="9596436" y="5114924"/>
                  </a:moveTo>
                  <a:lnTo>
                    <a:pt x="147637" y="5114924"/>
                  </a:lnTo>
                  <a:lnTo>
                    <a:pt x="140384" y="5114747"/>
                  </a:lnTo>
                  <a:lnTo>
                    <a:pt x="97907" y="5106297"/>
                  </a:lnTo>
                  <a:lnTo>
                    <a:pt x="59682" y="5085866"/>
                  </a:lnTo>
                  <a:lnTo>
                    <a:pt x="29058" y="5055242"/>
                  </a:lnTo>
                  <a:lnTo>
                    <a:pt x="8626" y="5017016"/>
                  </a:lnTo>
                  <a:lnTo>
                    <a:pt x="177" y="4974540"/>
                  </a:lnTo>
                  <a:lnTo>
                    <a:pt x="0" y="4967287"/>
                  </a:lnTo>
                  <a:lnTo>
                    <a:pt x="0" y="147637"/>
                  </a:lnTo>
                  <a:lnTo>
                    <a:pt x="6355" y="104780"/>
                  </a:lnTo>
                  <a:lnTo>
                    <a:pt x="24881" y="65614"/>
                  </a:lnTo>
                  <a:lnTo>
                    <a:pt x="53976" y="33510"/>
                  </a:lnTo>
                  <a:lnTo>
                    <a:pt x="91139" y="11238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9596436" y="0"/>
                  </a:lnTo>
                  <a:lnTo>
                    <a:pt x="9639293" y="6355"/>
                  </a:lnTo>
                  <a:lnTo>
                    <a:pt x="9678457" y="24881"/>
                  </a:lnTo>
                  <a:lnTo>
                    <a:pt x="9710562" y="53976"/>
                  </a:lnTo>
                  <a:lnTo>
                    <a:pt x="9732835" y="91139"/>
                  </a:lnTo>
                  <a:lnTo>
                    <a:pt x="9743364" y="133166"/>
                  </a:lnTo>
                  <a:lnTo>
                    <a:pt x="9744074" y="147637"/>
                  </a:lnTo>
                  <a:lnTo>
                    <a:pt x="9744074" y="4967287"/>
                  </a:lnTo>
                  <a:lnTo>
                    <a:pt x="9737718" y="5010143"/>
                  </a:lnTo>
                  <a:lnTo>
                    <a:pt x="9719191" y="5049309"/>
                  </a:lnTo>
                  <a:lnTo>
                    <a:pt x="9690096" y="5081413"/>
                  </a:lnTo>
                  <a:lnTo>
                    <a:pt x="9652933" y="5103685"/>
                  </a:lnTo>
                  <a:lnTo>
                    <a:pt x="9610907" y="5114215"/>
                  </a:lnTo>
                  <a:lnTo>
                    <a:pt x="9596436" y="5114924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E29F4F6C-8C5A-2390-BCE8-8E442EDB993E}"/>
                </a:ext>
              </a:extLst>
            </p:cNvPr>
            <p:cNvSpPr/>
            <p:nvPr/>
          </p:nvSpPr>
          <p:spPr>
            <a:xfrm>
              <a:off x="1223962" y="1633537"/>
              <a:ext cx="9744075" cy="5114925"/>
            </a:xfrm>
            <a:custGeom>
              <a:avLst/>
              <a:gdLst/>
              <a:ahLst/>
              <a:cxnLst/>
              <a:rect l="l" t="t" r="r" b="b"/>
              <a:pathLst>
                <a:path w="9744075" h="5114925">
                  <a:moveTo>
                    <a:pt x="0" y="496728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2"/>
                  </a:lnTo>
                  <a:lnTo>
                    <a:pt x="59682" y="29058"/>
                  </a:lnTo>
                  <a:lnTo>
                    <a:pt x="97907" y="8626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9596436" y="0"/>
                  </a:lnTo>
                  <a:lnTo>
                    <a:pt x="9639293" y="6355"/>
                  </a:lnTo>
                  <a:lnTo>
                    <a:pt x="9678457" y="24881"/>
                  </a:lnTo>
                  <a:lnTo>
                    <a:pt x="9710562" y="53976"/>
                  </a:lnTo>
                  <a:lnTo>
                    <a:pt x="9732835" y="91139"/>
                  </a:lnTo>
                  <a:lnTo>
                    <a:pt x="9743364" y="133166"/>
                  </a:lnTo>
                  <a:lnTo>
                    <a:pt x="9744074" y="147637"/>
                  </a:lnTo>
                  <a:lnTo>
                    <a:pt x="9744074" y="4967287"/>
                  </a:lnTo>
                  <a:lnTo>
                    <a:pt x="9737718" y="5010143"/>
                  </a:lnTo>
                  <a:lnTo>
                    <a:pt x="9719191" y="5049309"/>
                  </a:lnTo>
                  <a:lnTo>
                    <a:pt x="9690096" y="5081413"/>
                  </a:lnTo>
                  <a:lnTo>
                    <a:pt x="9652933" y="5103685"/>
                  </a:lnTo>
                  <a:lnTo>
                    <a:pt x="9610907" y="5114215"/>
                  </a:lnTo>
                  <a:lnTo>
                    <a:pt x="9596436" y="5114924"/>
                  </a:lnTo>
                  <a:lnTo>
                    <a:pt x="147637" y="5114924"/>
                  </a:lnTo>
                  <a:lnTo>
                    <a:pt x="104780" y="5108568"/>
                  </a:lnTo>
                  <a:lnTo>
                    <a:pt x="65614" y="5090043"/>
                  </a:lnTo>
                  <a:lnTo>
                    <a:pt x="33510" y="5060948"/>
                  </a:lnTo>
                  <a:lnTo>
                    <a:pt x="11238" y="5023784"/>
                  </a:lnTo>
                  <a:lnTo>
                    <a:pt x="709" y="4981758"/>
                  </a:lnTo>
                  <a:lnTo>
                    <a:pt x="0" y="49672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7">
            <a:extLst>
              <a:ext uri="{FF2B5EF4-FFF2-40B4-BE49-F238E27FC236}">
                <a16:creationId xmlns:a16="http://schemas.microsoft.com/office/drawing/2014/main" id="{F414BFA4-EFFA-C970-4560-E146C1DEB7D5}"/>
              </a:ext>
            </a:extLst>
          </p:cNvPr>
          <p:cNvSpPr txBox="1">
            <a:spLocks/>
          </p:cNvSpPr>
          <p:nvPr/>
        </p:nvSpPr>
        <p:spPr>
          <a:xfrm>
            <a:off x="2074045" y="1338378"/>
            <a:ext cx="2697648" cy="640670"/>
          </a:xfrm>
          <a:prstGeom prst="rect">
            <a:avLst/>
          </a:prstGeom>
        </p:spPr>
        <p:txBody>
          <a:bodyPr vert="horz" wrap="square" lIns="0" tIns="1714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93495">
              <a:lnSpc>
                <a:spcPct val="100000"/>
              </a:lnSpc>
              <a:spcBef>
                <a:spcPts val="135"/>
              </a:spcBef>
            </a:pPr>
            <a:r>
              <a:rPr lang="en-IN" sz="2500" spc="-110">
                <a:solidFill>
                  <a:srgbClr val="00BEFF"/>
                </a:solidFill>
                <a:latin typeface="Arial"/>
                <a:cs typeface="Arial"/>
              </a:rPr>
              <a:t>Challenge</a:t>
            </a:r>
            <a:endParaRPr lang="en-IN" sz="2500">
              <a:latin typeface="Arial"/>
              <a:cs typeface="Arial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9BFB62D4-42E2-0B2E-95C8-54D230B1E7F2}"/>
              </a:ext>
            </a:extLst>
          </p:cNvPr>
          <p:cNvSpPr txBox="1"/>
          <p:nvPr/>
        </p:nvSpPr>
        <p:spPr>
          <a:xfrm>
            <a:off x="8198322" y="1338378"/>
            <a:ext cx="1159510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00" b="1" spc="-135" dirty="0">
                <a:solidFill>
                  <a:srgbClr val="00BEFF"/>
                </a:solidFill>
                <a:latin typeface="Arial"/>
                <a:cs typeface="Arial"/>
              </a:rPr>
              <a:t>Solution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14" name="object 9">
            <a:extLst>
              <a:ext uri="{FF2B5EF4-FFF2-40B4-BE49-F238E27FC236}">
                <a16:creationId xmlns:a16="http://schemas.microsoft.com/office/drawing/2014/main" id="{7141F8B5-D3FA-020F-BB1C-5BC0018ED8BF}"/>
              </a:ext>
            </a:extLst>
          </p:cNvPr>
          <p:cNvGrpSpPr/>
          <p:nvPr/>
        </p:nvGrpSpPr>
        <p:grpSpPr>
          <a:xfrm>
            <a:off x="1858145" y="2273053"/>
            <a:ext cx="9124950" cy="1181100"/>
            <a:chOff x="1533525" y="2819399"/>
            <a:chExt cx="9124950" cy="1181100"/>
          </a:xfrm>
        </p:grpSpPr>
        <p:sp>
          <p:nvSpPr>
            <p:cNvPr id="16" name="object 10">
              <a:extLst>
                <a:ext uri="{FF2B5EF4-FFF2-40B4-BE49-F238E27FC236}">
                  <a16:creationId xmlns:a16="http://schemas.microsoft.com/office/drawing/2014/main" id="{16E3B913-460B-1A1F-9E20-CB1AA98199C0}"/>
                </a:ext>
              </a:extLst>
            </p:cNvPr>
            <p:cNvSpPr/>
            <p:nvPr/>
          </p:nvSpPr>
          <p:spPr>
            <a:xfrm>
              <a:off x="1552574" y="2819399"/>
              <a:ext cx="9105900" cy="1181100"/>
            </a:xfrm>
            <a:custGeom>
              <a:avLst/>
              <a:gdLst/>
              <a:ahLst/>
              <a:cxnLst/>
              <a:rect l="l" t="t" r="r" b="b"/>
              <a:pathLst>
                <a:path w="9105900" h="1181100">
                  <a:moveTo>
                    <a:pt x="8999104" y="1181099"/>
                  </a:moveTo>
                  <a:lnTo>
                    <a:pt x="88995" y="1181099"/>
                  </a:lnTo>
                  <a:lnTo>
                    <a:pt x="82801" y="1180367"/>
                  </a:lnTo>
                  <a:lnTo>
                    <a:pt x="37131" y="1157667"/>
                  </a:lnTo>
                  <a:lnTo>
                    <a:pt x="12577" y="1124061"/>
                  </a:lnTo>
                  <a:lnTo>
                    <a:pt x="610" y="1081737"/>
                  </a:lnTo>
                  <a:lnTo>
                    <a:pt x="0" y="1074304"/>
                  </a:lnTo>
                  <a:lnTo>
                    <a:pt x="0" y="1066799"/>
                  </a:lnTo>
                  <a:lnTo>
                    <a:pt x="0" y="106794"/>
                  </a:lnTo>
                  <a:lnTo>
                    <a:pt x="9643" y="63625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8999104" y="0"/>
                  </a:lnTo>
                  <a:lnTo>
                    <a:pt x="9042272" y="11572"/>
                  </a:lnTo>
                  <a:lnTo>
                    <a:pt x="9077727" y="38784"/>
                  </a:lnTo>
                  <a:lnTo>
                    <a:pt x="9100069" y="77493"/>
                  </a:lnTo>
                  <a:lnTo>
                    <a:pt x="9105899" y="106794"/>
                  </a:lnTo>
                  <a:lnTo>
                    <a:pt x="9105899" y="1074304"/>
                  </a:lnTo>
                  <a:lnTo>
                    <a:pt x="9094325" y="1117474"/>
                  </a:lnTo>
                  <a:lnTo>
                    <a:pt x="9067113" y="1152929"/>
                  </a:lnTo>
                  <a:lnTo>
                    <a:pt x="9028404" y="1175271"/>
                  </a:lnTo>
                  <a:lnTo>
                    <a:pt x="9006536" y="1180367"/>
                  </a:lnTo>
                  <a:lnTo>
                    <a:pt x="8999104" y="11810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A1DB7234-81E4-22E4-8ED4-17397B4D6835}"/>
                </a:ext>
              </a:extLst>
            </p:cNvPr>
            <p:cNvSpPr/>
            <p:nvPr/>
          </p:nvSpPr>
          <p:spPr>
            <a:xfrm>
              <a:off x="1533525" y="2819399"/>
              <a:ext cx="114300" cy="1181100"/>
            </a:xfrm>
            <a:custGeom>
              <a:avLst/>
              <a:gdLst/>
              <a:ahLst/>
              <a:cxnLst/>
              <a:rect l="l" t="t" r="r" b="b"/>
              <a:pathLst>
                <a:path w="114300" h="1181100">
                  <a:moveTo>
                    <a:pt x="114299" y="1181099"/>
                  </a:moveTo>
                  <a:lnTo>
                    <a:pt x="70559" y="1172399"/>
                  </a:lnTo>
                  <a:lnTo>
                    <a:pt x="33477" y="1147622"/>
                  </a:lnTo>
                  <a:lnTo>
                    <a:pt x="8700" y="1110540"/>
                  </a:lnTo>
                  <a:lnTo>
                    <a:pt x="0" y="1066799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1066799"/>
                  </a:lnTo>
                  <a:lnTo>
                    <a:pt x="43900" y="1110540"/>
                  </a:lnTo>
                  <a:lnTo>
                    <a:pt x="60418" y="1147622"/>
                  </a:lnTo>
                  <a:lnTo>
                    <a:pt x="92213" y="1176205"/>
                  </a:lnTo>
                  <a:lnTo>
                    <a:pt x="106793" y="1180556"/>
                  </a:lnTo>
                  <a:lnTo>
                    <a:pt x="114299" y="1181099"/>
                  </a:lnTo>
                  <a:close/>
                </a:path>
              </a:pathLst>
            </a:custGeom>
            <a:solidFill>
              <a:srgbClr val="8A2A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2">
            <a:extLst>
              <a:ext uri="{FF2B5EF4-FFF2-40B4-BE49-F238E27FC236}">
                <a16:creationId xmlns:a16="http://schemas.microsoft.com/office/drawing/2014/main" id="{9AED448E-DC57-EFDE-CA3F-996D5C6B2F46}"/>
              </a:ext>
            </a:extLst>
          </p:cNvPr>
          <p:cNvSpPr txBox="1"/>
          <p:nvPr/>
        </p:nvSpPr>
        <p:spPr>
          <a:xfrm>
            <a:off x="2112145" y="2338241"/>
            <a:ext cx="3658235" cy="88265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50" b="1" spc="-60" dirty="0">
                <a:solidFill>
                  <a:srgbClr val="FFFFFF"/>
                </a:solidFill>
                <a:latin typeface="Arial"/>
                <a:cs typeface="Arial"/>
              </a:rPr>
              <a:t>Safe</a:t>
            </a:r>
            <a:r>
              <a:rPr sz="165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80" dirty="0">
                <a:solidFill>
                  <a:srgbClr val="FFFFFF"/>
                </a:solidFill>
                <a:latin typeface="Arial"/>
                <a:cs typeface="Arial"/>
              </a:rPr>
              <a:t>Dark</a:t>
            </a:r>
            <a:r>
              <a:rPr sz="16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8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16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8700"/>
              </a:lnSpc>
              <a:spcBef>
                <a:spcPts val="650"/>
              </a:spcBef>
            </a:pPr>
            <a:r>
              <a:rPr sz="11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Ensuring</a:t>
            </a:r>
            <a:r>
              <a:rPr sz="1150" spc="-1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secure</a:t>
            </a:r>
            <a:r>
              <a:rPr sz="1150" spc="-1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navigation</a:t>
            </a:r>
            <a:r>
              <a:rPr sz="1150" spc="-1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through</a:t>
            </a:r>
            <a:r>
              <a:rPr sz="1150" spc="-1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potentially</a:t>
            </a:r>
            <a:r>
              <a:rPr sz="1150" spc="-1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dangerous networks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B706A056-8F33-F54E-75D5-A10238493486}"/>
              </a:ext>
            </a:extLst>
          </p:cNvPr>
          <p:cNvSpPr txBox="1"/>
          <p:nvPr/>
        </p:nvSpPr>
        <p:spPr>
          <a:xfrm>
            <a:off x="6579369" y="2425911"/>
            <a:ext cx="3220720" cy="69977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650" b="1" spc="-90" dirty="0">
                <a:solidFill>
                  <a:srgbClr val="20B1AA"/>
                </a:solidFill>
                <a:latin typeface="Arial"/>
                <a:cs typeface="Arial"/>
              </a:rPr>
              <a:t>Sandboxed</a:t>
            </a:r>
            <a:r>
              <a:rPr sz="1650" b="1" spc="-75" dirty="0">
                <a:solidFill>
                  <a:srgbClr val="20B1A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20B1AA"/>
                </a:solidFill>
                <a:latin typeface="Arial"/>
                <a:cs typeface="Arial"/>
              </a:rPr>
              <a:t>VM</a:t>
            </a:r>
            <a:r>
              <a:rPr sz="1650" b="1" spc="-70" dirty="0">
                <a:solidFill>
                  <a:srgbClr val="20B1A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20B1AA"/>
                </a:solidFill>
                <a:latin typeface="Arial"/>
                <a:cs typeface="Arial"/>
              </a:rPr>
              <a:t>+</a:t>
            </a:r>
            <a:r>
              <a:rPr sz="1700" b="1" spc="-85" dirty="0">
                <a:solidFill>
                  <a:srgbClr val="20B1AA"/>
                </a:solidFill>
                <a:latin typeface="Arial"/>
                <a:cs typeface="Arial"/>
              </a:rPr>
              <a:t> </a:t>
            </a:r>
            <a:r>
              <a:rPr sz="1650" b="1" spc="-105" dirty="0">
                <a:solidFill>
                  <a:srgbClr val="20B1AA"/>
                </a:solidFill>
                <a:latin typeface="Arial"/>
                <a:cs typeface="Arial"/>
              </a:rPr>
              <a:t>Tor</a:t>
            </a:r>
            <a:r>
              <a:rPr sz="1650" b="1" spc="-70" dirty="0">
                <a:solidFill>
                  <a:srgbClr val="20B1AA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20B1AA"/>
                </a:solidFill>
                <a:latin typeface="Arial"/>
                <a:cs typeface="Arial"/>
              </a:rPr>
              <a:t>Bridge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Isolated</a:t>
            </a:r>
            <a:r>
              <a:rPr sz="11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environment</a:t>
            </a:r>
            <a:r>
              <a:rPr sz="11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with</a:t>
            </a:r>
            <a:r>
              <a:rPr sz="11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secure</a:t>
            </a:r>
            <a:r>
              <a:rPr sz="11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routing</a:t>
            </a:r>
            <a:r>
              <a:rPr sz="11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protocols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0" name="object 14">
            <a:extLst>
              <a:ext uri="{FF2B5EF4-FFF2-40B4-BE49-F238E27FC236}">
                <a16:creationId xmlns:a16="http://schemas.microsoft.com/office/drawing/2014/main" id="{E738500C-C8DE-BD66-ED58-AB55E8EAC2ED}"/>
              </a:ext>
            </a:extLst>
          </p:cNvPr>
          <p:cNvGrpSpPr/>
          <p:nvPr/>
        </p:nvGrpSpPr>
        <p:grpSpPr>
          <a:xfrm>
            <a:off x="1858145" y="3682753"/>
            <a:ext cx="9124950" cy="990600"/>
            <a:chOff x="1533525" y="4229099"/>
            <a:chExt cx="9124950" cy="990600"/>
          </a:xfrm>
        </p:grpSpPr>
        <p:sp>
          <p:nvSpPr>
            <p:cNvPr id="21" name="object 15">
              <a:extLst>
                <a:ext uri="{FF2B5EF4-FFF2-40B4-BE49-F238E27FC236}">
                  <a16:creationId xmlns:a16="http://schemas.microsoft.com/office/drawing/2014/main" id="{937FB81A-8597-C97E-F54D-F6E7EA711AE4}"/>
                </a:ext>
              </a:extLst>
            </p:cNvPr>
            <p:cNvSpPr/>
            <p:nvPr/>
          </p:nvSpPr>
          <p:spPr>
            <a:xfrm>
              <a:off x="1552574" y="4229099"/>
              <a:ext cx="9105900" cy="990600"/>
            </a:xfrm>
            <a:custGeom>
              <a:avLst/>
              <a:gdLst/>
              <a:ahLst/>
              <a:cxnLst/>
              <a:rect l="l" t="t" r="r" b="b"/>
              <a:pathLst>
                <a:path w="9105900" h="990600">
                  <a:moveTo>
                    <a:pt x="8999104" y="990599"/>
                  </a:moveTo>
                  <a:lnTo>
                    <a:pt x="88995" y="990599"/>
                  </a:lnTo>
                  <a:lnTo>
                    <a:pt x="82801" y="989867"/>
                  </a:lnTo>
                  <a:lnTo>
                    <a:pt x="37131" y="967167"/>
                  </a:lnTo>
                  <a:lnTo>
                    <a:pt x="12577" y="933561"/>
                  </a:lnTo>
                  <a:lnTo>
                    <a:pt x="610" y="891237"/>
                  </a:lnTo>
                  <a:lnTo>
                    <a:pt x="0" y="883804"/>
                  </a:lnTo>
                  <a:lnTo>
                    <a:pt x="0" y="876299"/>
                  </a:lnTo>
                  <a:lnTo>
                    <a:pt x="0" y="106794"/>
                  </a:lnTo>
                  <a:lnTo>
                    <a:pt x="9643" y="63625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8999104" y="0"/>
                  </a:lnTo>
                  <a:lnTo>
                    <a:pt x="9042272" y="11572"/>
                  </a:lnTo>
                  <a:lnTo>
                    <a:pt x="9077727" y="38784"/>
                  </a:lnTo>
                  <a:lnTo>
                    <a:pt x="9100069" y="77493"/>
                  </a:lnTo>
                  <a:lnTo>
                    <a:pt x="9105899" y="106794"/>
                  </a:lnTo>
                  <a:lnTo>
                    <a:pt x="9105899" y="883804"/>
                  </a:lnTo>
                  <a:lnTo>
                    <a:pt x="9094325" y="926974"/>
                  </a:lnTo>
                  <a:lnTo>
                    <a:pt x="9067113" y="962428"/>
                  </a:lnTo>
                  <a:lnTo>
                    <a:pt x="9028404" y="984771"/>
                  </a:lnTo>
                  <a:lnTo>
                    <a:pt x="9006536" y="989867"/>
                  </a:lnTo>
                  <a:lnTo>
                    <a:pt x="8999104" y="9905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6">
              <a:extLst>
                <a:ext uri="{FF2B5EF4-FFF2-40B4-BE49-F238E27FC236}">
                  <a16:creationId xmlns:a16="http://schemas.microsoft.com/office/drawing/2014/main" id="{F5F1BC31-173D-A3A2-D525-AF3BAC44C95B}"/>
                </a:ext>
              </a:extLst>
            </p:cNvPr>
            <p:cNvSpPr/>
            <p:nvPr/>
          </p:nvSpPr>
          <p:spPr>
            <a:xfrm>
              <a:off x="1533525" y="4229099"/>
              <a:ext cx="114300" cy="990600"/>
            </a:xfrm>
            <a:custGeom>
              <a:avLst/>
              <a:gdLst/>
              <a:ahLst/>
              <a:cxnLst/>
              <a:rect l="l" t="t" r="r" b="b"/>
              <a:pathLst>
                <a:path w="114300" h="990600">
                  <a:moveTo>
                    <a:pt x="114299" y="990599"/>
                  </a:moveTo>
                  <a:lnTo>
                    <a:pt x="70559" y="981899"/>
                  </a:lnTo>
                  <a:lnTo>
                    <a:pt x="33477" y="957122"/>
                  </a:lnTo>
                  <a:lnTo>
                    <a:pt x="8700" y="920040"/>
                  </a:lnTo>
                  <a:lnTo>
                    <a:pt x="0" y="876299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876299"/>
                  </a:lnTo>
                  <a:lnTo>
                    <a:pt x="43900" y="920040"/>
                  </a:lnTo>
                  <a:lnTo>
                    <a:pt x="60418" y="957122"/>
                  </a:lnTo>
                  <a:lnTo>
                    <a:pt x="92213" y="985705"/>
                  </a:lnTo>
                  <a:lnTo>
                    <a:pt x="106793" y="990055"/>
                  </a:lnTo>
                  <a:lnTo>
                    <a:pt x="114299" y="990599"/>
                  </a:lnTo>
                  <a:close/>
                </a:path>
              </a:pathLst>
            </a:custGeom>
            <a:solidFill>
              <a:srgbClr val="8A2A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7">
            <a:extLst>
              <a:ext uri="{FF2B5EF4-FFF2-40B4-BE49-F238E27FC236}">
                <a16:creationId xmlns:a16="http://schemas.microsoft.com/office/drawing/2014/main" id="{8F6F9F01-B403-3CE2-91C5-12C33F513CA6}"/>
              </a:ext>
            </a:extLst>
          </p:cNvPr>
          <p:cNvSpPr txBox="1"/>
          <p:nvPr/>
        </p:nvSpPr>
        <p:spPr>
          <a:xfrm>
            <a:off x="2112145" y="3747940"/>
            <a:ext cx="2736215" cy="69215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r>
              <a:rPr sz="16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80" dirty="0">
                <a:solidFill>
                  <a:srgbClr val="FFFFFF"/>
                </a:solidFill>
                <a:latin typeface="Arial"/>
                <a:cs typeface="Arial"/>
              </a:rPr>
              <a:t>Positive</a:t>
            </a:r>
            <a:r>
              <a:rPr sz="16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Arial"/>
                <a:cs typeface="Arial"/>
              </a:rPr>
              <a:t>Filtering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1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Reducing</a:t>
            </a:r>
            <a:r>
              <a:rPr sz="11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noise</a:t>
            </a:r>
            <a:r>
              <a:rPr sz="11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in</a:t>
            </a:r>
            <a:r>
              <a:rPr sz="11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threat</a:t>
            </a:r>
            <a:r>
              <a:rPr sz="11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detection</a:t>
            </a:r>
            <a:r>
              <a:rPr sz="11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systems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4" name="object 18">
            <a:extLst>
              <a:ext uri="{FF2B5EF4-FFF2-40B4-BE49-F238E27FC236}">
                <a16:creationId xmlns:a16="http://schemas.microsoft.com/office/drawing/2014/main" id="{DB438683-9A8D-B18A-2578-2739E4F5A63D}"/>
              </a:ext>
            </a:extLst>
          </p:cNvPr>
          <p:cNvSpPr txBox="1"/>
          <p:nvPr/>
        </p:nvSpPr>
        <p:spPr>
          <a:xfrm>
            <a:off x="6579369" y="3747940"/>
            <a:ext cx="2903220" cy="69215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50" b="1" spc="-90" dirty="0">
                <a:solidFill>
                  <a:srgbClr val="20B1AA"/>
                </a:solidFill>
                <a:latin typeface="Arial"/>
                <a:cs typeface="Arial"/>
              </a:rPr>
              <a:t>Keyword</a:t>
            </a:r>
            <a:r>
              <a:rPr sz="1650" b="1" spc="-65" dirty="0">
                <a:solidFill>
                  <a:srgbClr val="20B1AA"/>
                </a:solidFill>
                <a:latin typeface="Arial"/>
                <a:cs typeface="Arial"/>
              </a:rPr>
              <a:t> </a:t>
            </a:r>
            <a:r>
              <a:rPr sz="1650" b="1" spc="-85" dirty="0">
                <a:solidFill>
                  <a:srgbClr val="20B1AA"/>
                </a:solidFill>
                <a:latin typeface="Arial"/>
                <a:cs typeface="Arial"/>
              </a:rPr>
              <a:t>Scoring</a:t>
            </a:r>
            <a:r>
              <a:rPr sz="1650" b="1" spc="-65" dirty="0">
                <a:solidFill>
                  <a:srgbClr val="20B1AA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20B1AA"/>
                </a:solidFill>
                <a:latin typeface="Arial"/>
                <a:cs typeface="Arial"/>
              </a:rPr>
              <a:t>Algorithm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Intelligent</a:t>
            </a:r>
            <a:r>
              <a:rPr sz="11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filtering</a:t>
            </a:r>
            <a:r>
              <a:rPr sz="11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based</a:t>
            </a:r>
            <a:r>
              <a:rPr sz="11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on</a:t>
            </a:r>
            <a:r>
              <a:rPr sz="11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weighted</a:t>
            </a:r>
            <a:r>
              <a:rPr sz="11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scoring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5" name="object 19">
            <a:extLst>
              <a:ext uri="{FF2B5EF4-FFF2-40B4-BE49-F238E27FC236}">
                <a16:creationId xmlns:a16="http://schemas.microsoft.com/office/drawing/2014/main" id="{0ACB11D4-704E-668B-F094-1DCC04AD6B90}"/>
              </a:ext>
            </a:extLst>
          </p:cNvPr>
          <p:cNvGrpSpPr/>
          <p:nvPr/>
        </p:nvGrpSpPr>
        <p:grpSpPr>
          <a:xfrm>
            <a:off x="1858145" y="4901953"/>
            <a:ext cx="9124950" cy="990600"/>
            <a:chOff x="1533525" y="5448299"/>
            <a:chExt cx="9124950" cy="990600"/>
          </a:xfrm>
        </p:grpSpPr>
        <p:sp>
          <p:nvSpPr>
            <p:cNvPr id="26" name="object 20">
              <a:extLst>
                <a:ext uri="{FF2B5EF4-FFF2-40B4-BE49-F238E27FC236}">
                  <a16:creationId xmlns:a16="http://schemas.microsoft.com/office/drawing/2014/main" id="{31203D4E-1519-8942-D253-D30C4B9571EF}"/>
                </a:ext>
              </a:extLst>
            </p:cNvPr>
            <p:cNvSpPr/>
            <p:nvPr/>
          </p:nvSpPr>
          <p:spPr>
            <a:xfrm>
              <a:off x="1552574" y="5448299"/>
              <a:ext cx="9105900" cy="990600"/>
            </a:xfrm>
            <a:custGeom>
              <a:avLst/>
              <a:gdLst/>
              <a:ahLst/>
              <a:cxnLst/>
              <a:rect l="l" t="t" r="r" b="b"/>
              <a:pathLst>
                <a:path w="9105900" h="990600">
                  <a:moveTo>
                    <a:pt x="8999104" y="990599"/>
                  </a:moveTo>
                  <a:lnTo>
                    <a:pt x="88995" y="990599"/>
                  </a:lnTo>
                  <a:lnTo>
                    <a:pt x="82801" y="989867"/>
                  </a:lnTo>
                  <a:lnTo>
                    <a:pt x="37131" y="967167"/>
                  </a:lnTo>
                  <a:lnTo>
                    <a:pt x="12577" y="933561"/>
                  </a:lnTo>
                  <a:lnTo>
                    <a:pt x="610" y="891237"/>
                  </a:lnTo>
                  <a:lnTo>
                    <a:pt x="0" y="883804"/>
                  </a:lnTo>
                  <a:lnTo>
                    <a:pt x="0" y="876299"/>
                  </a:lnTo>
                  <a:lnTo>
                    <a:pt x="0" y="106794"/>
                  </a:lnTo>
                  <a:lnTo>
                    <a:pt x="9643" y="63625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8999104" y="0"/>
                  </a:lnTo>
                  <a:lnTo>
                    <a:pt x="9042272" y="11572"/>
                  </a:lnTo>
                  <a:lnTo>
                    <a:pt x="9077727" y="38784"/>
                  </a:lnTo>
                  <a:lnTo>
                    <a:pt x="9100069" y="77493"/>
                  </a:lnTo>
                  <a:lnTo>
                    <a:pt x="9105899" y="106794"/>
                  </a:lnTo>
                  <a:lnTo>
                    <a:pt x="9105899" y="883804"/>
                  </a:lnTo>
                  <a:lnTo>
                    <a:pt x="9094325" y="926974"/>
                  </a:lnTo>
                  <a:lnTo>
                    <a:pt x="9067113" y="962428"/>
                  </a:lnTo>
                  <a:lnTo>
                    <a:pt x="9028404" y="984771"/>
                  </a:lnTo>
                  <a:lnTo>
                    <a:pt x="9006536" y="989867"/>
                  </a:lnTo>
                  <a:lnTo>
                    <a:pt x="8999104" y="9905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1">
              <a:extLst>
                <a:ext uri="{FF2B5EF4-FFF2-40B4-BE49-F238E27FC236}">
                  <a16:creationId xmlns:a16="http://schemas.microsoft.com/office/drawing/2014/main" id="{E0CB9CB2-2B78-38F4-9CAC-284E480E16C7}"/>
                </a:ext>
              </a:extLst>
            </p:cNvPr>
            <p:cNvSpPr/>
            <p:nvPr/>
          </p:nvSpPr>
          <p:spPr>
            <a:xfrm>
              <a:off x="1533525" y="5448299"/>
              <a:ext cx="114300" cy="990600"/>
            </a:xfrm>
            <a:custGeom>
              <a:avLst/>
              <a:gdLst/>
              <a:ahLst/>
              <a:cxnLst/>
              <a:rect l="l" t="t" r="r" b="b"/>
              <a:pathLst>
                <a:path w="114300" h="990600">
                  <a:moveTo>
                    <a:pt x="114299" y="990599"/>
                  </a:moveTo>
                  <a:lnTo>
                    <a:pt x="70559" y="981898"/>
                  </a:lnTo>
                  <a:lnTo>
                    <a:pt x="33477" y="957121"/>
                  </a:lnTo>
                  <a:lnTo>
                    <a:pt x="8700" y="920040"/>
                  </a:lnTo>
                  <a:lnTo>
                    <a:pt x="0" y="87630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876300"/>
                  </a:lnTo>
                  <a:lnTo>
                    <a:pt x="43900" y="920040"/>
                  </a:lnTo>
                  <a:lnTo>
                    <a:pt x="60418" y="957121"/>
                  </a:lnTo>
                  <a:lnTo>
                    <a:pt x="92213" y="985705"/>
                  </a:lnTo>
                  <a:lnTo>
                    <a:pt x="106793" y="990055"/>
                  </a:lnTo>
                  <a:lnTo>
                    <a:pt x="114299" y="990599"/>
                  </a:lnTo>
                  <a:close/>
                </a:path>
              </a:pathLst>
            </a:custGeom>
            <a:solidFill>
              <a:srgbClr val="8A2A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2">
            <a:extLst>
              <a:ext uri="{FF2B5EF4-FFF2-40B4-BE49-F238E27FC236}">
                <a16:creationId xmlns:a16="http://schemas.microsoft.com/office/drawing/2014/main" id="{53E393D4-61EF-FDAC-F877-F75EC5BB1B6A}"/>
              </a:ext>
            </a:extLst>
          </p:cNvPr>
          <p:cNvSpPr txBox="1"/>
          <p:nvPr/>
        </p:nvSpPr>
        <p:spPr>
          <a:xfrm>
            <a:off x="2112145" y="4967140"/>
            <a:ext cx="3027680" cy="69215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50" b="1" spc="-65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65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1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Balancing</a:t>
            </a:r>
            <a:r>
              <a:rPr sz="11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project</a:t>
            </a:r>
            <a:r>
              <a:rPr sz="11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work</a:t>
            </a:r>
            <a:r>
              <a:rPr sz="1150" spc="-1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with</a:t>
            </a:r>
            <a:r>
              <a:rPr sz="11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other</a:t>
            </a:r>
            <a:r>
              <a:rPr sz="1150" spc="-1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commitments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9" name="object 23">
            <a:extLst>
              <a:ext uri="{FF2B5EF4-FFF2-40B4-BE49-F238E27FC236}">
                <a16:creationId xmlns:a16="http://schemas.microsoft.com/office/drawing/2014/main" id="{EF67A0C5-0C91-1DD6-682A-EAEF0ECAB64D}"/>
              </a:ext>
            </a:extLst>
          </p:cNvPr>
          <p:cNvSpPr txBox="1"/>
          <p:nvPr/>
        </p:nvSpPr>
        <p:spPr>
          <a:xfrm>
            <a:off x="6579369" y="4959561"/>
            <a:ext cx="2990850" cy="69977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650" b="1" spc="-10" dirty="0">
                <a:solidFill>
                  <a:srgbClr val="20B1AA"/>
                </a:solidFill>
                <a:latin typeface="Arial"/>
                <a:cs typeface="Arial"/>
              </a:rPr>
              <a:t>Off</a:t>
            </a:r>
            <a:r>
              <a:rPr sz="1700" b="1" spc="-10" dirty="0">
                <a:solidFill>
                  <a:srgbClr val="20B1AA"/>
                </a:solidFill>
                <a:latin typeface="Arial"/>
                <a:cs typeface="Arial"/>
              </a:rPr>
              <a:t>-</a:t>
            </a:r>
            <a:r>
              <a:rPr sz="1650" b="1" spc="-90" dirty="0">
                <a:solidFill>
                  <a:srgbClr val="20B1AA"/>
                </a:solidFill>
                <a:latin typeface="Arial"/>
                <a:cs typeface="Arial"/>
              </a:rPr>
              <a:t>Days</a:t>
            </a:r>
            <a:r>
              <a:rPr sz="1650" b="1" spc="-75" dirty="0">
                <a:solidFill>
                  <a:srgbClr val="20B1AA"/>
                </a:solidFill>
                <a:latin typeface="Arial"/>
                <a:cs typeface="Arial"/>
              </a:rPr>
              <a:t> Project</a:t>
            </a:r>
            <a:r>
              <a:rPr sz="1650" b="1" spc="-70" dirty="0">
                <a:solidFill>
                  <a:srgbClr val="20B1AA"/>
                </a:solidFill>
                <a:latin typeface="Arial"/>
                <a:cs typeface="Arial"/>
              </a:rPr>
              <a:t> </a:t>
            </a:r>
            <a:r>
              <a:rPr sz="1650" b="1" spc="-20" dirty="0">
                <a:solidFill>
                  <a:srgbClr val="20B1AA"/>
                </a:solidFill>
                <a:latin typeface="Arial"/>
                <a:cs typeface="Arial"/>
              </a:rPr>
              <a:t>Work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Strategic</a:t>
            </a:r>
            <a:r>
              <a:rPr sz="11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scheduling</a:t>
            </a:r>
            <a:r>
              <a:rPr sz="11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during</a:t>
            </a:r>
            <a:r>
              <a:rPr sz="11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available</a:t>
            </a:r>
            <a:r>
              <a:rPr sz="11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0D5DA"/>
                </a:solidFill>
                <a:latin typeface="Microsoft Sans Serif"/>
                <a:cs typeface="Microsoft Sans Serif"/>
              </a:rPr>
              <a:t>time</a:t>
            </a:r>
            <a:r>
              <a:rPr sz="11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slots</a:t>
            </a:r>
            <a:endParaRPr sz="115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89735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49FFE-19FC-DAB5-99A2-E79337DE1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3D633F8-5717-B30C-E28C-C837B4535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409532-3ACE-201F-E2CE-F9EE813F7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238303-4598-E4C9-4264-8AF9550EB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EC545-05DF-3D58-4478-2B0ED5947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EADE015B-7D86-5F88-A0A6-8003E63B352E}"/>
              </a:ext>
            </a:extLst>
          </p:cNvPr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670F2C57-6452-BF67-BF48-D4867C958D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D7736F50-0854-1EB3-4DD7-A353EE2BF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0244" y="304278"/>
            <a:ext cx="4047695" cy="569387"/>
          </a:xfrm>
          <a:prstGeom prst="rect">
            <a:avLst/>
          </a:prstGeom>
        </p:spPr>
      </p:pic>
      <p:sp>
        <p:nvSpPr>
          <p:cNvPr id="6" name="object 8">
            <a:extLst>
              <a:ext uri="{FF2B5EF4-FFF2-40B4-BE49-F238E27FC236}">
                <a16:creationId xmlns:a16="http://schemas.microsoft.com/office/drawing/2014/main" id="{48728D33-BF28-F2B0-CC95-B1E6EEDC829C}"/>
              </a:ext>
            </a:extLst>
          </p:cNvPr>
          <p:cNvSpPr txBox="1">
            <a:spLocks/>
          </p:cNvSpPr>
          <p:nvPr/>
        </p:nvSpPr>
        <p:spPr>
          <a:xfrm>
            <a:off x="1707854" y="275897"/>
            <a:ext cx="5127285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 dirty="0">
                <a:solidFill>
                  <a:srgbClr val="FFFF00"/>
                </a:solidFill>
              </a:rPr>
              <a:t>Key </a:t>
            </a:r>
            <a:r>
              <a:rPr lang="en-IN" sz="3600" dirty="0" err="1">
                <a:solidFill>
                  <a:srgbClr val="FFFF00"/>
                </a:solidFill>
              </a:rPr>
              <a:t>Acheivements</a:t>
            </a:r>
            <a:r>
              <a:rPr lang="en-IN" sz="3600" dirty="0">
                <a:solidFill>
                  <a:srgbClr val="FFFF00"/>
                </a:solidFill>
              </a:rPr>
              <a:t>:-</a:t>
            </a:r>
          </a:p>
        </p:txBody>
      </p:sp>
      <p:sp>
        <p:nvSpPr>
          <p:cNvPr id="56" name="object 2">
            <a:extLst>
              <a:ext uri="{FF2B5EF4-FFF2-40B4-BE49-F238E27FC236}">
                <a16:creationId xmlns:a16="http://schemas.microsoft.com/office/drawing/2014/main" id="{756CC5BE-CBD0-BB61-A149-2722361BCDD3}"/>
              </a:ext>
            </a:extLst>
          </p:cNvPr>
          <p:cNvSpPr txBox="1">
            <a:spLocks/>
          </p:cNvSpPr>
          <p:nvPr/>
        </p:nvSpPr>
        <p:spPr>
          <a:xfrm>
            <a:off x="1707854" y="1322072"/>
            <a:ext cx="2697648" cy="726435"/>
          </a:xfrm>
          <a:prstGeom prst="rect">
            <a:avLst/>
          </a:prstGeom>
        </p:spPr>
        <p:txBody>
          <a:bodyPr vert="horz" wrap="square" lIns="0" tIns="35365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spc="155" dirty="0">
                <a:solidFill>
                  <a:schemeClr val="bg1"/>
                </a:solidFill>
              </a:rPr>
              <a:t>48-</a:t>
            </a:r>
            <a:r>
              <a:rPr lang="en-IN" sz="2400" spc="235" dirty="0">
                <a:solidFill>
                  <a:schemeClr val="bg1"/>
                </a:solidFill>
              </a:rPr>
              <a:t>Day</a:t>
            </a:r>
            <a:r>
              <a:rPr lang="en-IN" sz="2400" spc="95" dirty="0">
                <a:solidFill>
                  <a:schemeClr val="bg1"/>
                </a:solidFill>
              </a:rPr>
              <a:t> </a:t>
            </a:r>
            <a:r>
              <a:rPr lang="en-IN" sz="2400" spc="170" dirty="0">
                <a:solidFill>
                  <a:schemeClr val="bg1"/>
                </a:solidFill>
              </a:rPr>
              <a:t>Internship</a:t>
            </a:r>
          </a:p>
        </p:txBody>
      </p:sp>
      <p:sp>
        <p:nvSpPr>
          <p:cNvPr id="57" name="object 3">
            <a:extLst>
              <a:ext uri="{FF2B5EF4-FFF2-40B4-BE49-F238E27FC236}">
                <a16:creationId xmlns:a16="http://schemas.microsoft.com/office/drawing/2014/main" id="{653FED57-0A10-2CB8-D703-115166D9D14A}"/>
              </a:ext>
            </a:extLst>
          </p:cNvPr>
          <p:cNvSpPr txBox="1"/>
          <p:nvPr/>
        </p:nvSpPr>
        <p:spPr>
          <a:xfrm>
            <a:off x="1707854" y="2148838"/>
            <a:ext cx="16967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75" dirty="0">
                <a:solidFill>
                  <a:srgbClr val="93C4FD"/>
                </a:solidFill>
                <a:latin typeface="Trebuchet MS"/>
                <a:cs typeface="Trebuchet MS"/>
              </a:rPr>
              <a:t>On-</a:t>
            </a:r>
            <a:r>
              <a:rPr sz="1350" spc="60" dirty="0">
                <a:solidFill>
                  <a:srgbClr val="93C4FD"/>
                </a:solidFill>
                <a:latin typeface="Trebuchet MS"/>
                <a:cs typeface="Trebuchet MS"/>
              </a:rPr>
              <a:t>Site</a:t>
            </a:r>
            <a:r>
              <a:rPr sz="1350" spc="45" dirty="0">
                <a:solidFill>
                  <a:srgbClr val="93C4FD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93C4FD"/>
                </a:solidFill>
                <a:latin typeface="Trebuchet MS"/>
                <a:cs typeface="Trebuchet MS"/>
              </a:rPr>
              <a:t>Completion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58" name="object 4">
            <a:extLst>
              <a:ext uri="{FF2B5EF4-FFF2-40B4-BE49-F238E27FC236}">
                <a16:creationId xmlns:a16="http://schemas.microsoft.com/office/drawing/2014/main" id="{DF2C52C2-A8FE-BE74-69FE-5D5847989439}"/>
              </a:ext>
            </a:extLst>
          </p:cNvPr>
          <p:cNvGrpSpPr/>
          <p:nvPr/>
        </p:nvGrpSpPr>
        <p:grpSpPr>
          <a:xfrm>
            <a:off x="6206829" y="1447162"/>
            <a:ext cx="5334000" cy="1504950"/>
            <a:chOff x="6248400" y="1924049"/>
            <a:chExt cx="5334000" cy="1504950"/>
          </a:xfrm>
        </p:grpSpPr>
        <p:sp>
          <p:nvSpPr>
            <p:cNvPr id="59" name="object 5">
              <a:extLst>
                <a:ext uri="{FF2B5EF4-FFF2-40B4-BE49-F238E27FC236}">
                  <a16:creationId xmlns:a16="http://schemas.microsoft.com/office/drawing/2014/main" id="{0069229A-766C-86BA-06F1-9E8ABC07C675}"/>
                </a:ext>
              </a:extLst>
            </p:cNvPr>
            <p:cNvSpPr/>
            <p:nvPr/>
          </p:nvSpPr>
          <p:spPr>
            <a:xfrm>
              <a:off x="6248400" y="1924049"/>
              <a:ext cx="5334000" cy="1504950"/>
            </a:xfrm>
            <a:custGeom>
              <a:avLst/>
              <a:gdLst/>
              <a:ahLst/>
              <a:cxnLst/>
              <a:rect l="l" t="t" r="r" b="b"/>
              <a:pathLst>
                <a:path w="5334000" h="1504950">
                  <a:moveTo>
                    <a:pt x="5181599" y="1504949"/>
                  </a:moveTo>
                  <a:lnTo>
                    <a:pt x="152399" y="1504949"/>
                  </a:lnTo>
                  <a:lnTo>
                    <a:pt x="137387" y="1504224"/>
                  </a:lnTo>
                  <a:lnTo>
                    <a:pt x="94079" y="1493348"/>
                  </a:lnTo>
                  <a:lnTo>
                    <a:pt x="55765" y="1470415"/>
                  </a:lnTo>
                  <a:lnTo>
                    <a:pt x="25660" y="1437234"/>
                  </a:lnTo>
                  <a:lnTo>
                    <a:pt x="6525" y="1396723"/>
                  </a:lnTo>
                  <a:lnTo>
                    <a:pt x="0" y="13525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181599" y="0"/>
                  </a:lnTo>
                  <a:lnTo>
                    <a:pt x="5225772" y="6525"/>
                  </a:lnTo>
                  <a:lnTo>
                    <a:pt x="5266284" y="25660"/>
                  </a:lnTo>
                  <a:lnTo>
                    <a:pt x="5299465" y="55765"/>
                  </a:lnTo>
                  <a:lnTo>
                    <a:pt x="5322398" y="94079"/>
                  </a:lnTo>
                  <a:lnTo>
                    <a:pt x="5333274" y="137387"/>
                  </a:lnTo>
                  <a:lnTo>
                    <a:pt x="5333999" y="152399"/>
                  </a:lnTo>
                  <a:lnTo>
                    <a:pt x="5333999" y="1352549"/>
                  </a:lnTo>
                  <a:lnTo>
                    <a:pt x="5327473" y="1396723"/>
                  </a:lnTo>
                  <a:lnTo>
                    <a:pt x="5308339" y="1437234"/>
                  </a:lnTo>
                  <a:lnTo>
                    <a:pt x="5278234" y="1470415"/>
                  </a:lnTo>
                  <a:lnTo>
                    <a:pt x="5239920" y="1493348"/>
                  </a:lnTo>
                  <a:lnTo>
                    <a:pt x="5196612" y="1504224"/>
                  </a:lnTo>
                  <a:lnTo>
                    <a:pt x="5181599" y="1504949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">
              <a:extLst>
                <a:ext uri="{FF2B5EF4-FFF2-40B4-BE49-F238E27FC236}">
                  <a16:creationId xmlns:a16="http://schemas.microsoft.com/office/drawing/2014/main" id="{28DFFE29-E246-12E1-F104-CD07F5B40550}"/>
                </a:ext>
              </a:extLst>
            </p:cNvPr>
            <p:cNvSpPr/>
            <p:nvPr/>
          </p:nvSpPr>
          <p:spPr>
            <a:xfrm>
              <a:off x="6248400" y="1924049"/>
              <a:ext cx="5334000" cy="1504950"/>
            </a:xfrm>
            <a:custGeom>
              <a:avLst/>
              <a:gdLst/>
              <a:ahLst/>
              <a:cxnLst/>
              <a:rect l="l" t="t" r="r" b="b"/>
              <a:pathLst>
                <a:path w="5334000" h="1504950">
                  <a:moveTo>
                    <a:pt x="5181599" y="1504949"/>
                  </a:moveTo>
                  <a:lnTo>
                    <a:pt x="152399" y="1504949"/>
                  </a:lnTo>
                  <a:lnTo>
                    <a:pt x="137387" y="1504224"/>
                  </a:lnTo>
                  <a:lnTo>
                    <a:pt x="94079" y="1493348"/>
                  </a:lnTo>
                  <a:lnTo>
                    <a:pt x="55765" y="1470415"/>
                  </a:lnTo>
                  <a:lnTo>
                    <a:pt x="25660" y="1437234"/>
                  </a:lnTo>
                  <a:lnTo>
                    <a:pt x="6525" y="1396723"/>
                  </a:lnTo>
                  <a:lnTo>
                    <a:pt x="0" y="13525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181599" y="0"/>
                  </a:lnTo>
                  <a:lnTo>
                    <a:pt x="5196612" y="725"/>
                  </a:lnTo>
                  <a:lnTo>
                    <a:pt x="5211337" y="2900"/>
                  </a:lnTo>
                  <a:lnTo>
                    <a:pt x="5225773" y="6525"/>
                  </a:lnTo>
                  <a:lnTo>
                    <a:pt x="52341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352549"/>
                  </a:lnTo>
                  <a:lnTo>
                    <a:pt x="15675" y="1394024"/>
                  </a:lnTo>
                  <a:lnTo>
                    <a:pt x="33603" y="1431926"/>
                  </a:lnTo>
                  <a:lnTo>
                    <a:pt x="61759" y="1462994"/>
                  </a:lnTo>
                  <a:lnTo>
                    <a:pt x="97724" y="1484548"/>
                  </a:lnTo>
                  <a:lnTo>
                    <a:pt x="138395" y="1494738"/>
                  </a:lnTo>
                  <a:lnTo>
                    <a:pt x="152399" y="1495424"/>
                  </a:lnTo>
                  <a:lnTo>
                    <a:pt x="5234134" y="1495424"/>
                  </a:lnTo>
                  <a:lnTo>
                    <a:pt x="5225773" y="1498424"/>
                  </a:lnTo>
                  <a:lnTo>
                    <a:pt x="5211337" y="1502049"/>
                  </a:lnTo>
                  <a:lnTo>
                    <a:pt x="5196612" y="1504224"/>
                  </a:lnTo>
                  <a:lnTo>
                    <a:pt x="5181599" y="1504949"/>
                  </a:lnTo>
                  <a:close/>
                </a:path>
                <a:path w="5334000" h="1504950">
                  <a:moveTo>
                    <a:pt x="5234134" y="1495424"/>
                  </a:moveTo>
                  <a:lnTo>
                    <a:pt x="5181599" y="1495424"/>
                  </a:lnTo>
                  <a:lnTo>
                    <a:pt x="5188618" y="1495253"/>
                  </a:lnTo>
                  <a:lnTo>
                    <a:pt x="5195603" y="1494738"/>
                  </a:lnTo>
                  <a:lnTo>
                    <a:pt x="5236275" y="1484548"/>
                  </a:lnTo>
                  <a:lnTo>
                    <a:pt x="5272239" y="1462994"/>
                  </a:lnTo>
                  <a:lnTo>
                    <a:pt x="5300394" y="1431926"/>
                  </a:lnTo>
                  <a:lnTo>
                    <a:pt x="5318323" y="1394024"/>
                  </a:lnTo>
                  <a:lnTo>
                    <a:pt x="5324474" y="1352549"/>
                  </a:lnTo>
                  <a:lnTo>
                    <a:pt x="5324474" y="152399"/>
                  </a:lnTo>
                  <a:lnTo>
                    <a:pt x="5318323" y="110925"/>
                  </a:lnTo>
                  <a:lnTo>
                    <a:pt x="5300394" y="73022"/>
                  </a:lnTo>
                  <a:lnTo>
                    <a:pt x="5272239" y="41954"/>
                  </a:lnTo>
                  <a:lnTo>
                    <a:pt x="5236275" y="20400"/>
                  </a:lnTo>
                  <a:lnTo>
                    <a:pt x="5195603" y="10211"/>
                  </a:lnTo>
                  <a:lnTo>
                    <a:pt x="5181599" y="9524"/>
                  </a:lnTo>
                  <a:lnTo>
                    <a:pt x="5234134" y="9524"/>
                  </a:lnTo>
                  <a:lnTo>
                    <a:pt x="5278234" y="34533"/>
                  </a:lnTo>
                  <a:lnTo>
                    <a:pt x="5308339" y="67715"/>
                  </a:lnTo>
                  <a:lnTo>
                    <a:pt x="5327473" y="108226"/>
                  </a:lnTo>
                  <a:lnTo>
                    <a:pt x="5333999" y="152399"/>
                  </a:lnTo>
                  <a:lnTo>
                    <a:pt x="5333999" y="1352549"/>
                  </a:lnTo>
                  <a:lnTo>
                    <a:pt x="5333323" y="1366554"/>
                  </a:lnTo>
                  <a:lnTo>
                    <a:pt x="5322398" y="1410870"/>
                  </a:lnTo>
                  <a:lnTo>
                    <a:pt x="5299465" y="1449184"/>
                  </a:lnTo>
                  <a:lnTo>
                    <a:pt x="5266284" y="1479289"/>
                  </a:lnTo>
                  <a:lnTo>
                    <a:pt x="5239920" y="1493348"/>
                  </a:lnTo>
                  <a:lnTo>
                    <a:pt x="5234134" y="1495424"/>
                  </a:lnTo>
                  <a:close/>
                </a:path>
              </a:pathLst>
            </a:custGeom>
            <a:solidFill>
              <a:srgbClr val="37405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7">
              <a:extLst>
                <a:ext uri="{FF2B5EF4-FFF2-40B4-BE49-F238E27FC236}">
                  <a16:creationId xmlns:a16="http://schemas.microsoft.com/office/drawing/2014/main" id="{69DA0B72-FDE0-6BAF-79C6-AC6B4D3D5D4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2724" y="2257424"/>
              <a:ext cx="609599" cy="609599"/>
            </a:xfrm>
            <a:prstGeom prst="rect">
              <a:avLst/>
            </a:prstGeom>
          </p:spPr>
        </p:pic>
        <p:pic>
          <p:nvPicPr>
            <p:cNvPr id="62" name="object 8">
              <a:extLst>
                <a:ext uri="{FF2B5EF4-FFF2-40B4-BE49-F238E27FC236}">
                  <a16:creationId xmlns:a16="http://schemas.microsoft.com/office/drawing/2014/main" id="{E3A705F4-06AA-61DD-F8EA-EC0AD6566AB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0049" y="2444749"/>
              <a:ext cx="234950" cy="234950"/>
            </a:xfrm>
            <a:prstGeom prst="rect">
              <a:avLst/>
            </a:prstGeom>
          </p:spPr>
        </p:pic>
      </p:grpSp>
      <p:sp>
        <p:nvSpPr>
          <p:cNvPr id="63" name="object 9">
            <a:extLst>
              <a:ext uri="{FF2B5EF4-FFF2-40B4-BE49-F238E27FC236}">
                <a16:creationId xmlns:a16="http://schemas.microsoft.com/office/drawing/2014/main" id="{354887B3-82A9-CF8A-C7FC-62D6564D19E8}"/>
              </a:ext>
            </a:extLst>
          </p:cNvPr>
          <p:cNvSpPr txBox="1"/>
          <p:nvPr/>
        </p:nvSpPr>
        <p:spPr>
          <a:xfrm>
            <a:off x="7346654" y="1748788"/>
            <a:ext cx="3042920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54" dirty="0" err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lang="en-US" sz="1800" b="1" spc="254" dirty="0" err="1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sz="1800" b="1" spc="254" dirty="0" err="1">
                <a:solidFill>
                  <a:srgbClr val="FFFFFF"/>
                </a:solidFill>
                <a:latin typeface="Trebuchet MS"/>
                <a:cs typeface="Trebuchet MS"/>
              </a:rPr>
              <a:t>IDScan</a:t>
            </a:r>
            <a:r>
              <a:rPr sz="18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200" dirty="0">
                <a:solidFill>
                  <a:srgbClr val="FFFFFF"/>
                </a:solidFill>
                <a:latin typeface="Trebuchet MS"/>
                <a:cs typeface="Trebuchet MS"/>
              </a:rPr>
              <a:t>Development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350" spc="114" dirty="0">
                <a:solidFill>
                  <a:srgbClr val="D8B4FE"/>
                </a:solidFill>
                <a:latin typeface="Trebuchet MS"/>
                <a:cs typeface="Trebuchet MS"/>
              </a:rPr>
              <a:t>Dark</a:t>
            </a:r>
            <a:r>
              <a:rPr sz="1350" spc="25" dirty="0">
                <a:solidFill>
                  <a:srgbClr val="D8B4FE"/>
                </a:solidFill>
                <a:latin typeface="Trebuchet MS"/>
                <a:cs typeface="Trebuchet MS"/>
              </a:rPr>
              <a:t> </a:t>
            </a:r>
            <a:r>
              <a:rPr sz="1350" spc="95" dirty="0">
                <a:solidFill>
                  <a:srgbClr val="D8B4FE"/>
                </a:solidFill>
                <a:latin typeface="Trebuchet MS"/>
                <a:cs typeface="Trebuchet MS"/>
              </a:rPr>
              <a:t>Web</a:t>
            </a:r>
            <a:r>
              <a:rPr sz="1350" spc="30" dirty="0">
                <a:solidFill>
                  <a:srgbClr val="D8B4FE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D8B4FE"/>
                </a:solidFill>
                <a:latin typeface="Trebuchet MS"/>
                <a:cs typeface="Trebuchet MS"/>
              </a:rPr>
              <a:t>Crawler</a:t>
            </a:r>
            <a:endParaRPr sz="1350" dirty="0">
              <a:latin typeface="Trebuchet MS"/>
              <a:cs typeface="Trebuchet MS"/>
            </a:endParaRPr>
          </a:p>
        </p:txBody>
      </p:sp>
      <p:grpSp>
        <p:nvGrpSpPr>
          <p:cNvPr id="64" name="object 10">
            <a:extLst>
              <a:ext uri="{FF2B5EF4-FFF2-40B4-BE49-F238E27FC236}">
                <a16:creationId xmlns:a16="http://schemas.microsoft.com/office/drawing/2014/main" id="{51334DB2-CD3C-49AF-98E9-420E0A0059C0}"/>
              </a:ext>
            </a:extLst>
          </p:cNvPr>
          <p:cNvGrpSpPr/>
          <p:nvPr/>
        </p:nvGrpSpPr>
        <p:grpSpPr>
          <a:xfrm>
            <a:off x="568028" y="3256913"/>
            <a:ext cx="5334000" cy="1504950"/>
            <a:chOff x="609599" y="3733800"/>
            <a:chExt cx="5334000" cy="1504950"/>
          </a:xfrm>
        </p:grpSpPr>
        <p:sp>
          <p:nvSpPr>
            <p:cNvPr id="65" name="object 11">
              <a:extLst>
                <a:ext uri="{FF2B5EF4-FFF2-40B4-BE49-F238E27FC236}">
                  <a16:creationId xmlns:a16="http://schemas.microsoft.com/office/drawing/2014/main" id="{6E964898-C114-C28E-A35F-09E27E139C0B}"/>
                </a:ext>
              </a:extLst>
            </p:cNvPr>
            <p:cNvSpPr/>
            <p:nvPr/>
          </p:nvSpPr>
          <p:spPr>
            <a:xfrm>
              <a:off x="609599" y="3733800"/>
              <a:ext cx="5334000" cy="1504950"/>
            </a:xfrm>
            <a:custGeom>
              <a:avLst/>
              <a:gdLst/>
              <a:ahLst/>
              <a:cxnLst/>
              <a:rect l="l" t="t" r="r" b="b"/>
              <a:pathLst>
                <a:path w="5334000" h="1504950">
                  <a:moveTo>
                    <a:pt x="5181599" y="1504949"/>
                  </a:moveTo>
                  <a:lnTo>
                    <a:pt x="152399" y="1504949"/>
                  </a:lnTo>
                  <a:lnTo>
                    <a:pt x="137387" y="1504224"/>
                  </a:lnTo>
                  <a:lnTo>
                    <a:pt x="94079" y="1493349"/>
                  </a:lnTo>
                  <a:lnTo>
                    <a:pt x="55765" y="1470415"/>
                  </a:lnTo>
                  <a:lnTo>
                    <a:pt x="25660" y="1437234"/>
                  </a:lnTo>
                  <a:lnTo>
                    <a:pt x="6525" y="1396723"/>
                  </a:lnTo>
                  <a:lnTo>
                    <a:pt x="0" y="13525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181599" y="0"/>
                  </a:lnTo>
                  <a:lnTo>
                    <a:pt x="5225772" y="6525"/>
                  </a:lnTo>
                  <a:lnTo>
                    <a:pt x="5266284" y="25660"/>
                  </a:lnTo>
                  <a:lnTo>
                    <a:pt x="5299465" y="55765"/>
                  </a:lnTo>
                  <a:lnTo>
                    <a:pt x="5322398" y="94079"/>
                  </a:lnTo>
                  <a:lnTo>
                    <a:pt x="5333274" y="137387"/>
                  </a:lnTo>
                  <a:lnTo>
                    <a:pt x="5333999" y="152399"/>
                  </a:lnTo>
                  <a:lnTo>
                    <a:pt x="5333999" y="1352549"/>
                  </a:lnTo>
                  <a:lnTo>
                    <a:pt x="5327473" y="1396723"/>
                  </a:lnTo>
                  <a:lnTo>
                    <a:pt x="5308339" y="1437234"/>
                  </a:lnTo>
                  <a:lnTo>
                    <a:pt x="5278234" y="1470415"/>
                  </a:lnTo>
                  <a:lnTo>
                    <a:pt x="5239920" y="1493349"/>
                  </a:lnTo>
                  <a:lnTo>
                    <a:pt x="5196612" y="1504224"/>
                  </a:lnTo>
                  <a:lnTo>
                    <a:pt x="5181599" y="1504949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12">
              <a:extLst>
                <a:ext uri="{FF2B5EF4-FFF2-40B4-BE49-F238E27FC236}">
                  <a16:creationId xmlns:a16="http://schemas.microsoft.com/office/drawing/2014/main" id="{F61252FD-AB71-E8C6-2C17-13938494560A}"/>
                </a:ext>
              </a:extLst>
            </p:cNvPr>
            <p:cNvSpPr/>
            <p:nvPr/>
          </p:nvSpPr>
          <p:spPr>
            <a:xfrm>
              <a:off x="609599" y="3733800"/>
              <a:ext cx="5334000" cy="1504950"/>
            </a:xfrm>
            <a:custGeom>
              <a:avLst/>
              <a:gdLst/>
              <a:ahLst/>
              <a:cxnLst/>
              <a:rect l="l" t="t" r="r" b="b"/>
              <a:pathLst>
                <a:path w="5334000" h="1504950">
                  <a:moveTo>
                    <a:pt x="5181599" y="1504949"/>
                  </a:moveTo>
                  <a:lnTo>
                    <a:pt x="152399" y="1504949"/>
                  </a:lnTo>
                  <a:lnTo>
                    <a:pt x="137387" y="1504224"/>
                  </a:lnTo>
                  <a:lnTo>
                    <a:pt x="94079" y="1493349"/>
                  </a:lnTo>
                  <a:lnTo>
                    <a:pt x="55765" y="1470415"/>
                  </a:lnTo>
                  <a:lnTo>
                    <a:pt x="25660" y="1437234"/>
                  </a:lnTo>
                  <a:lnTo>
                    <a:pt x="6525" y="1396723"/>
                  </a:lnTo>
                  <a:lnTo>
                    <a:pt x="0" y="13525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5" y="137387"/>
                  </a:lnTo>
                  <a:lnTo>
                    <a:pt x="11600" y="94079"/>
                  </a:lnTo>
                  <a:lnTo>
                    <a:pt x="34533" y="55765"/>
                  </a:lnTo>
                  <a:lnTo>
                    <a:pt x="67715" y="25660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5181599" y="0"/>
                  </a:lnTo>
                  <a:lnTo>
                    <a:pt x="5196612" y="725"/>
                  </a:lnTo>
                  <a:lnTo>
                    <a:pt x="5211337" y="2900"/>
                  </a:lnTo>
                  <a:lnTo>
                    <a:pt x="5225773" y="6525"/>
                  </a:lnTo>
                  <a:lnTo>
                    <a:pt x="52341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352549"/>
                  </a:lnTo>
                  <a:lnTo>
                    <a:pt x="15675" y="1394024"/>
                  </a:lnTo>
                  <a:lnTo>
                    <a:pt x="33603" y="1431926"/>
                  </a:lnTo>
                  <a:lnTo>
                    <a:pt x="61759" y="1462994"/>
                  </a:lnTo>
                  <a:lnTo>
                    <a:pt x="97724" y="1484548"/>
                  </a:lnTo>
                  <a:lnTo>
                    <a:pt x="138395" y="1494738"/>
                  </a:lnTo>
                  <a:lnTo>
                    <a:pt x="152399" y="1495424"/>
                  </a:lnTo>
                  <a:lnTo>
                    <a:pt x="5234134" y="1495424"/>
                  </a:lnTo>
                  <a:lnTo>
                    <a:pt x="5225772" y="1498424"/>
                  </a:lnTo>
                  <a:lnTo>
                    <a:pt x="5211337" y="1502049"/>
                  </a:lnTo>
                  <a:lnTo>
                    <a:pt x="5196612" y="1504224"/>
                  </a:lnTo>
                  <a:lnTo>
                    <a:pt x="5181599" y="1504949"/>
                  </a:lnTo>
                  <a:close/>
                </a:path>
                <a:path w="5334000" h="1504950">
                  <a:moveTo>
                    <a:pt x="5234134" y="1495424"/>
                  </a:moveTo>
                  <a:lnTo>
                    <a:pt x="5181599" y="1495424"/>
                  </a:lnTo>
                  <a:lnTo>
                    <a:pt x="5188618" y="1495253"/>
                  </a:lnTo>
                  <a:lnTo>
                    <a:pt x="5195603" y="1494738"/>
                  </a:lnTo>
                  <a:lnTo>
                    <a:pt x="5236275" y="1484548"/>
                  </a:lnTo>
                  <a:lnTo>
                    <a:pt x="5272239" y="1462994"/>
                  </a:lnTo>
                  <a:lnTo>
                    <a:pt x="5300394" y="1431926"/>
                  </a:lnTo>
                  <a:lnTo>
                    <a:pt x="5318323" y="1394024"/>
                  </a:lnTo>
                  <a:lnTo>
                    <a:pt x="5324474" y="1352549"/>
                  </a:lnTo>
                  <a:lnTo>
                    <a:pt x="5324474" y="152399"/>
                  </a:lnTo>
                  <a:lnTo>
                    <a:pt x="5318323" y="110925"/>
                  </a:lnTo>
                  <a:lnTo>
                    <a:pt x="5300394" y="73022"/>
                  </a:lnTo>
                  <a:lnTo>
                    <a:pt x="5272239" y="41954"/>
                  </a:lnTo>
                  <a:lnTo>
                    <a:pt x="5236275" y="20400"/>
                  </a:lnTo>
                  <a:lnTo>
                    <a:pt x="5195603" y="10211"/>
                  </a:lnTo>
                  <a:lnTo>
                    <a:pt x="5181599" y="9524"/>
                  </a:lnTo>
                  <a:lnTo>
                    <a:pt x="5234134" y="9524"/>
                  </a:lnTo>
                  <a:lnTo>
                    <a:pt x="5278234" y="34533"/>
                  </a:lnTo>
                  <a:lnTo>
                    <a:pt x="5308339" y="67715"/>
                  </a:lnTo>
                  <a:lnTo>
                    <a:pt x="5327473" y="108226"/>
                  </a:lnTo>
                  <a:lnTo>
                    <a:pt x="5333999" y="152399"/>
                  </a:lnTo>
                  <a:lnTo>
                    <a:pt x="5333999" y="1352549"/>
                  </a:lnTo>
                  <a:lnTo>
                    <a:pt x="5333323" y="1366554"/>
                  </a:lnTo>
                  <a:lnTo>
                    <a:pt x="5322398" y="1410870"/>
                  </a:lnTo>
                  <a:lnTo>
                    <a:pt x="5299465" y="1449184"/>
                  </a:lnTo>
                  <a:lnTo>
                    <a:pt x="5266284" y="1479289"/>
                  </a:lnTo>
                  <a:lnTo>
                    <a:pt x="5239920" y="1493349"/>
                  </a:lnTo>
                  <a:lnTo>
                    <a:pt x="5234134" y="1495424"/>
                  </a:lnTo>
                  <a:close/>
                </a:path>
              </a:pathLst>
            </a:custGeom>
            <a:solidFill>
              <a:srgbClr val="37405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13">
              <a:extLst>
                <a:ext uri="{FF2B5EF4-FFF2-40B4-BE49-F238E27FC236}">
                  <a16:creationId xmlns:a16="http://schemas.microsoft.com/office/drawing/2014/main" id="{FAD0CC13-08D8-9450-0B1C-F55D961BF43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3924" y="4067174"/>
              <a:ext cx="609599" cy="609599"/>
            </a:xfrm>
            <a:prstGeom prst="rect">
              <a:avLst/>
            </a:prstGeom>
          </p:spPr>
        </p:pic>
        <p:pic>
          <p:nvPicPr>
            <p:cNvPr id="68" name="object 14">
              <a:extLst>
                <a:ext uri="{FF2B5EF4-FFF2-40B4-BE49-F238E27FC236}">
                  <a16:creationId xmlns:a16="http://schemas.microsoft.com/office/drawing/2014/main" id="{7CC3A793-F9AF-B6BC-E7AA-ED4D89B5917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9824" y="4254499"/>
              <a:ext cx="177800" cy="234950"/>
            </a:xfrm>
            <a:prstGeom prst="rect">
              <a:avLst/>
            </a:prstGeom>
          </p:spPr>
        </p:pic>
      </p:grpSp>
      <p:sp>
        <p:nvSpPr>
          <p:cNvPr id="69" name="object 15">
            <a:extLst>
              <a:ext uri="{FF2B5EF4-FFF2-40B4-BE49-F238E27FC236}">
                <a16:creationId xmlns:a16="http://schemas.microsoft.com/office/drawing/2014/main" id="{14148A69-BB92-2FCF-57A8-CF14DFF11963}"/>
              </a:ext>
            </a:extLst>
          </p:cNvPr>
          <p:cNvSpPr txBox="1"/>
          <p:nvPr/>
        </p:nvSpPr>
        <p:spPr>
          <a:xfrm>
            <a:off x="1707854" y="3558538"/>
            <a:ext cx="2540000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80" dirty="0">
                <a:solidFill>
                  <a:srgbClr val="FFFFFF"/>
                </a:solidFill>
                <a:latin typeface="Trebuchet MS"/>
                <a:cs typeface="Trebuchet MS"/>
              </a:rPr>
              <a:t>Appreciation</a:t>
            </a:r>
            <a:r>
              <a:rPr sz="18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135" dirty="0">
                <a:solidFill>
                  <a:srgbClr val="FFFFFF"/>
                </a:solidFill>
                <a:latin typeface="Trebuchet MS"/>
                <a:cs typeface="Trebuchet MS"/>
              </a:rPr>
              <a:t>Letter</a:t>
            </a:r>
            <a:endParaRPr sz="1800" b="1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350" b="1" dirty="0">
                <a:solidFill>
                  <a:srgbClr val="5DE9D4"/>
                </a:solidFill>
                <a:latin typeface="Trebuchet MS"/>
                <a:cs typeface="Trebuchet MS"/>
              </a:rPr>
              <a:t>For</a:t>
            </a:r>
            <a:r>
              <a:rPr sz="1350" b="1" spc="150" dirty="0">
                <a:solidFill>
                  <a:srgbClr val="5DE9D4"/>
                </a:solidFill>
                <a:latin typeface="Trebuchet MS"/>
                <a:cs typeface="Trebuchet MS"/>
              </a:rPr>
              <a:t> </a:t>
            </a:r>
            <a:r>
              <a:rPr sz="1350" b="1" spc="65" dirty="0">
                <a:solidFill>
                  <a:srgbClr val="5DE9D4"/>
                </a:solidFill>
                <a:latin typeface="Trebuchet MS"/>
                <a:cs typeface="Trebuchet MS"/>
              </a:rPr>
              <a:t>Innovation</a:t>
            </a:r>
            <a:endParaRPr sz="1350" b="1" dirty="0">
              <a:latin typeface="Trebuchet MS"/>
              <a:cs typeface="Trebuchet MS"/>
            </a:endParaRPr>
          </a:p>
        </p:txBody>
      </p:sp>
      <p:grpSp>
        <p:nvGrpSpPr>
          <p:cNvPr id="70" name="object 16">
            <a:extLst>
              <a:ext uri="{FF2B5EF4-FFF2-40B4-BE49-F238E27FC236}">
                <a16:creationId xmlns:a16="http://schemas.microsoft.com/office/drawing/2014/main" id="{D15FD647-1F2A-1AAD-781B-5ACB537B35AF}"/>
              </a:ext>
            </a:extLst>
          </p:cNvPr>
          <p:cNvGrpSpPr/>
          <p:nvPr/>
        </p:nvGrpSpPr>
        <p:grpSpPr>
          <a:xfrm>
            <a:off x="6206829" y="3256913"/>
            <a:ext cx="5334000" cy="1504950"/>
            <a:chOff x="6248400" y="3733800"/>
            <a:chExt cx="5334000" cy="1504950"/>
          </a:xfrm>
        </p:grpSpPr>
        <p:sp>
          <p:nvSpPr>
            <p:cNvPr id="71" name="object 17">
              <a:extLst>
                <a:ext uri="{FF2B5EF4-FFF2-40B4-BE49-F238E27FC236}">
                  <a16:creationId xmlns:a16="http://schemas.microsoft.com/office/drawing/2014/main" id="{4A990FBE-E5D8-E5CF-0528-DE06C99F1EE3}"/>
                </a:ext>
              </a:extLst>
            </p:cNvPr>
            <p:cNvSpPr/>
            <p:nvPr/>
          </p:nvSpPr>
          <p:spPr>
            <a:xfrm>
              <a:off x="6248400" y="3733800"/>
              <a:ext cx="5334000" cy="1504950"/>
            </a:xfrm>
            <a:custGeom>
              <a:avLst/>
              <a:gdLst/>
              <a:ahLst/>
              <a:cxnLst/>
              <a:rect l="l" t="t" r="r" b="b"/>
              <a:pathLst>
                <a:path w="5334000" h="1504950">
                  <a:moveTo>
                    <a:pt x="5181599" y="1504949"/>
                  </a:moveTo>
                  <a:lnTo>
                    <a:pt x="152399" y="1504949"/>
                  </a:lnTo>
                  <a:lnTo>
                    <a:pt x="137387" y="1504224"/>
                  </a:lnTo>
                  <a:lnTo>
                    <a:pt x="94079" y="1493349"/>
                  </a:lnTo>
                  <a:lnTo>
                    <a:pt x="55765" y="1470415"/>
                  </a:lnTo>
                  <a:lnTo>
                    <a:pt x="25660" y="1437234"/>
                  </a:lnTo>
                  <a:lnTo>
                    <a:pt x="6525" y="1396723"/>
                  </a:lnTo>
                  <a:lnTo>
                    <a:pt x="0" y="13525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181599" y="0"/>
                  </a:lnTo>
                  <a:lnTo>
                    <a:pt x="5225772" y="6525"/>
                  </a:lnTo>
                  <a:lnTo>
                    <a:pt x="5266284" y="25660"/>
                  </a:lnTo>
                  <a:lnTo>
                    <a:pt x="5299465" y="55765"/>
                  </a:lnTo>
                  <a:lnTo>
                    <a:pt x="5322398" y="94079"/>
                  </a:lnTo>
                  <a:lnTo>
                    <a:pt x="5333274" y="137387"/>
                  </a:lnTo>
                  <a:lnTo>
                    <a:pt x="5333999" y="152399"/>
                  </a:lnTo>
                  <a:lnTo>
                    <a:pt x="5333999" y="1352549"/>
                  </a:lnTo>
                  <a:lnTo>
                    <a:pt x="5327473" y="1396723"/>
                  </a:lnTo>
                  <a:lnTo>
                    <a:pt x="5308339" y="1437234"/>
                  </a:lnTo>
                  <a:lnTo>
                    <a:pt x="5278234" y="1470415"/>
                  </a:lnTo>
                  <a:lnTo>
                    <a:pt x="5239920" y="1493349"/>
                  </a:lnTo>
                  <a:lnTo>
                    <a:pt x="5196612" y="1504224"/>
                  </a:lnTo>
                  <a:lnTo>
                    <a:pt x="5181599" y="1504949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8">
              <a:extLst>
                <a:ext uri="{FF2B5EF4-FFF2-40B4-BE49-F238E27FC236}">
                  <a16:creationId xmlns:a16="http://schemas.microsoft.com/office/drawing/2014/main" id="{FD0CB2F7-AFFD-8AFE-525E-E970431C301A}"/>
                </a:ext>
              </a:extLst>
            </p:cNvPr>
            <p:cNvSpPr/>
            <p:nvPr/>
          </p:nvSpPr>
          <p:spPr>
            <a:xfrm>
              <a:off x="6248400" y="3733800"/>
              <a:ext cx="5334000" cy="1504950"/>
            </a:xfrm>
            <a:custGeom>
              <a:avLst/>
              <a:gdLst/>
              <a:ahLst/>
              <a:cxnLst/>
              <a:rect l="l" t="t" r="r" b="b"/>
              <a:pathLst>
                <a:path w="5334000" h="1504950">
                  <a:moveTo>
                    <a:pt x="5181599" y="1504949"/>
                  </a:moveTo>
                  <a:lnTo>
                    <a:pt x="152399" y="1504949"/>
                  </a:lnTo>
                  <a:lnTo>
                    <a:pt x="137387" y="1504224"/>
                  </a:lnTo>
                  <a:lnTo>
                    <a:pt x="94079" y="1493349"/>
                  </a:lnTo>
                  <a:lnTo>
                    <a:pt x="55765" y="1470415"/>
                  </a:lnTo>
                  <a:lnTo>
                    <a:pt x="25660" y="1437234"/>
                  </a:lnTo>
                  <a:lnTo>
                    <a:pt x="6525" y="1396723"/>
                  </a:lnTo>
                  <a:lnTo>
                    <a:pt x="0" y="13525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5" y="137387"/>
                  </a:lnTo>
                  <a:lnTo>
                    <a:pt x="11600" y="94079"/>
                  </a:lnTo>
                  <a:lnTo>
                    <a:pt x="34533" y="55765"/>
                  </a:lnTo>
                  <a:lnTo>
                    <a:pt x="67715" y="25660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5181599" y="0"/>
                  </a:lnTo>
                  <a:lnTo>
                    <a:pt x="5196612" y="725"/>
                  </a:lnTo>
                  <a:lnTo>
                    <a:pt x="5211337" y="2900"/>
                  </a:lnTo>
                  <a:lnTo>
                    <a:pt x="5225773" y="6525"/>
                  </a:lnTo>
                  <a:lnTo>
                    <a:pt x="52341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352549"/>
                  </a:lnTo>
                  <a:lnTo>
                    <a:pt x="15675" y="1394024"/>
                  </a:lnTo>
                  <a:lnTo>
                    <a:pt x="33603" y="1431926"/>
                  </a:lnTo>
                  <a:lnTo>
                    <a:pt x="61759" y="1462994"/>
                  </a:lnTo>
                  <a:lnTo>
                    <a:pt x="97724" y="1484548"/>
                  </a:lnTo>
                  <a:lnTo>
                    <a:pt x="138395" y="1494738"/>
                  </a:lnTo>
                  <a:lnTo>
                    <a:pt x="152399" y="1495424"/>
                  </a:lnTo>
                  <a:lnTo>
                    <a:pt x="5234134" y="1495424"/>
                  </a:lnTo>
                  <a:lnTo>
                    <a:pt x="5225772" y="1498424"/>
                  </a:lnTo>
                  <a:lnTo>
                    <a:pt x="5211337" y="1502049"/>
                  </a:lnTo>
                  <a:lnTo>
                    <a:pt x="5196612" y="1504224"/>
                  </a:lnTo>
                  <a:lnTo>
                    <a:pt x="5181599" y="1504949"/>
                  </a:lnTo>
                  <a:close/>
                </a:path>
                <a:path w="5334000" h="1504950">
                  <a:moveTo>
                    <a:pt x="5234134" y="1495424"/>
                  </a:moveTo>
                  <a:lnTo>
                    <a:pt x="5181599" y="1495424"/>
                  </a:lnTo>
                  <a:lnTo>
                    <a:pt x="5188618" y="1495253"/>
                  </a:lnTo>
                  <a:lnTo>
                    <a:pt x="5195603" y="1494738"/>
                  </a:lnTo>
                  <a:lnTo>
                    <a:pt x="5236275" y="1484548"/>
                  </a:lnTo>
                  <a:lnTo>
                    <a:pt x="5272239" y="1462994"/>
                  </a:lnTo>
                  <a:lnTo>
                    <a:pt x="5300394" y="1431926"/>
                  </a:lnTo>
                  <a:lnTo>
                    <a:pt x="5318323" y="1394024"/>
                  </a:lnTo>
                  <a:lnTo>
                    <a:pt x="5324474" y="1352549"/>
                  </a:lnTo>
                  <a:lnTo>
                    <a:pt x="5324474" y="152399"/>
                  </a:lnTo>
                  <a:lnTo>
                    <a:pt x="5318323" y="110925"/>
                  </a:lnTo>
                  <a:lnTo>
                    <a:pt x="5300394" y="73022"/>
                  </a:lnTo>
                  <a:lnTo>
                    <a:pt x="5272239" y="41954"/>
                  </a:lnTo>
                  <a:lnTo>
                    <a:pt x="5236275" y="20400"/>
                  </a:lnTo>
                  <a:lnTo>
                    <a:pt x="5195603" y="10211"/>
                  </a:lnTo>
                  <a:lnTo>
                    <a:pt x="5181599" y="9524"/>
                  </a:lnTo>
                  <a:lnTo>
                    <a:pt x="5234134" y="9524"/>
                  </a:lnTo>
                  <a:lnTo>
                    <a:pt x="5278234" y="34533"/>
                  </a:lnTo>
                  <a:lnTo>
                    <a:pt x="5308339" y="67715"/>
                  </a:lnTo>
                  <a:lnTo>
                    <a:pt x="5327473" y="108226"/>
                  </a:lnTo>
                  <a:lnTo>
                    <a:pt x="5333999" y="152399"/>
                  </a:lnTo>
                  <a:lnTo>
                    <a:pt x="5333999" y="1352549"/>
                  </a:lnTo>
                  <a:lnTo>
                    <a:pt x="5333323" y="1366554"/>
                  </a:lnTo>
                  <a:lnTo>
                    <a:pt x="5322398" y="1410870"/>
                  </a:lnTo>
                  <a:lnTo>
                    <a:pt x="5299465" y="1449184"/>
                  </a:lnTo>
                  <a:lnTo>
                    <a:pt x="5266284" y="1479289"/>
                  </a:lnTo>
                  <a:lnTo>
                    <a:pt x="5239920" y="1493349"/>
                  </a:lnTo>
                  <a:lnTo>
                    <a:pt x="5234134" y="1495424"/>
                  </a:lnTo>
                  <a:close/>
                </a:path>
              </a:pathLst>
            </a:custGeom>
            <a:solidFill>
              <a:srgbClr val="37405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19">
              <a:extLst>
                <a:ext uri="{FF2B5EF4-FFF2-40B4-BE49-F238E27FC236}">
                  <a16:creationId xmlns:a16="http://schemas.microsoft.com/office/drawing/2014/main" id="{99AB2EA4-DADC-AB57-F97B-413DCBE1420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62724" y="4067174"/>
              <a:ext cx="609599" cy="609599"/>
            </a:xfrm>
            <a:prstGeom prst="rect">
              <a:avLst/>
            </a:prstGeom>
          </p:spPr>
        </p:pic>
        <p:pic>
          <p:nvPicPr>
            <p:cNvPr id="74" name="object 20">
              <a:extLst>
                <a:ext uri="{FF2B5EF4-FFF2-40B4-BE49-F238E27FC236}">
                  <a16:creationId xmlns:a16="http://schemas.microsoft.com/office/drawing/2014/main" id="{08150CF9-8D08-1B7C-873E-D2AAB35D211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38937" y="4257674"/>
              <a:ext cx="257175" cy="228600"/>
            </a:xfrm>
            <a:prstGeom prst="rect">
              <a:avLst/>
            </a:prstGeom>
          </p:spPr>
        </p:pic>
      </p:grpSp>
      <p:sp>
        <p:nvSpPr>
          <p:cNvPr id="75" name="object 21">
            <a:extLst>
              <a:ext uri="{FF2B5EF4-FFF2-40B4-BE49-F238E27FC236}">
                <a16:creationId xmlns:a16="http://schemas.microsoft.com/office/drawing/2014/main" id="{B158BD4A-6232-349E-1A5D-FB1C88BF11AE}"/>
              </a:ext>
            </a:extLst>
          </p:cNvPr>
          <p:cNvSpPr txBox="1"/>
          <p:nvPr/>
        </p:nvSpPr>
        <p:spPr>
          <a:xfrm>
            <a:off x="7346654" y="3558538"/>
            <a:ext cx="1609725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FFFFFF"/>
                </a:solidFill>
                <a:latin typeface="Trebuchet MS"/>
                <a:cs typeface="Trebuchet MS"/>
              </a:rPr>
              <a:t>Top-</a:t>
            </a:r>
            <a:r>
              <a:rPr lang="en-US" sz="1800" b="1" spc="195" dirty="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r>
              <a:rPr sz="1800" b="1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215" dirty="0">
                <a:solidFill>
                  <a:srgbClr val="FFFFFF"/>
                </a:solidFill>
                <a:latin typeface="Trebuchet MS"/>
                <a:cs typeface="Trebuchet MS"/>
              </a:rPr>
              <a:t>Rank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350" spc="95" dirty="0">
                <a:solidFill>
                  <a:srgbClr val="93C4FD"/>
                </a:solidFill>
                <a:latin typeface="Trebuchet MS"/>
                <a:cs typeface="Trebuchet MS"/>
              </a:rPr>
              <a:t>Cyber</a:t>
            </a:r>
            <a:r>
              <a:rPr sz="1350" spc="35" dirty="0">
                <a:solidFill>
                  <a:srgbClr val="93C4FD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93C4FD"/>
                </a:solidFill>
                <a:latin typeface="Trebuchet MS"/>
                <a:cs typeface="Trebuchet MS"/>
              </a:rPr>
              <a:t>Warrior</a:t>
            </a:r>
            <a:r>
              <a:rPr sz="1350" spc="35" dirty="0">
                <a:solidFill>
                  <a:srgbClr val="93C4FD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93C4FD"/>
                </a:solidFill>
                <a:latin typeface="Trebuchet MS"/>
                <a:cs typeface="Trebuchet MS"/>
              </a:rPr>
              <a:t>CTF</a:t>
            </a:r>
            <a:endParaRPr sz="1350" dirty="0">
              <a:latin typeface="Trebuchet MS"/>
              <a:cs typeface="Trebuchet MS"/>
            </a:endParaRPr>
          </a:p>
        </p:txBody>
      </p:sp>
      <p:grpSp>
        <p:nvGrpSpPr>
          <p:cNvPr id="76" name="object 22">
            <a:extLst>
              <a:ext uri="{FF2B5EF4-FFF2-40B4-BE49-F238E27FC236}">
                <a16:creationId xmlns:a16="http://schemas.microsoft.com/office/drawing/2014/main" id="{61F748F2-78D5-4963-1D3B-8DFB89DA5B79}"/>
              </a:ext>
            </a:extLst>
          </p:cNvPr>
          <p:cNvGrpSpPr/>
          <p:nvPr/>
        </p:nvGrpSpPr>
        <p:grpSpPr>
          <a:xfrm>
            <a:off x="568028" y="5066662"/>
            <a:ext cx="10972800" cy="1276350"/>
            <a:chOff x="609599" y="5543549"/>
            <a:chExt cx="10972800" cy="1276350"/>
          </a:xfrm>
        </p:grpSpPr>
        <p:sp>
          <p:nvSpPr>
            <p:cNvPr id="77" name="object 23">
              <a:extLst>
                <a:ext uri="{FF2B5EF4-FFF2-40B4-BE49-F238E27FC236}">
                  <a16:creationId xmlns:a16="http://schemas.microsoft.com/office/drawing/2014/main" id="{65851586-D8DD-40F0-4D35-79EF2546A964}"/>
                </a:ext>
              </a:extLst>
            </p:cNvPr>
            <p:cNvSpPr/>
            <p:nvPr/>
          </p:nvSpPr>
          <p:spPr>
            <a:xfrm>
              <a:off x="609599" y="5543549"/>
              <a:ext cx="10972800" cy="1276350"/>
            </a:xfrm>
            <a:custGeom>
              <a:avLst/>
              <a:gdLst/>
              <a:ahLst/>
              <a:cxnLst/>
              <a:rect l="l" t="t" r="r" b="b"/>
              <a:pathLst>
                <a:path w="10972800" h="1276350">
                  <a:moveTo>
                    <a:pt x="10820399" y="1276349"/>
                  </a:moveTo>
                  <a:lnTo>
                    <a:pt x="152399" y="1276349"/>
                  </a:lnTo>
                  <a:lnTo>
                    <a:pt x="137387" y="1275624"/>
                  </a:lnTo>
                  <a:lnTo>
                    <a:pt x="94079" y="1264749"/>
                  </a:lnTo>
                  <a:lnTo>
                    <a:pt x="55765" y="1241815"/>
                  </a:lnTo>
                  <a:lnTo>
                    <a:pt x="25660" y="1208634"/>
                  </a:lnTo>
                  <a:lnTo>
                    <a:pt x="6525" y="1168123"/>
                  </a:lnTo>
                  <a:lnTo>
                    <a:pt x="0" y="11239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10820399" y="0"/>
                  </a:lnTo>
                  <a:lnTo>
                    <a:pt x="10864571" y="6525"/>
                  </a:lnTo>
                  <a:lnTo>
                    <a:pt x="10905082" y="25660"/>
                  </a:lnTo>
                  <a:lnTo>
                    <a:pt x="10938264" y="55765"/>
                  </a:lnTo>
                  <a:lnTo>
                    <a:pt x="10961197" y="94079"/>
                  </a:lnTo>
                  <a:lnTo>
                    <a:pt x="10972073" y="137387"/>
                  </a:lnTo>
                  <a:lnTo>
                    <a:pt x="10972799" y="152399"/>
                  </a:lnTo>
                  <a:lnTo>
                    <a:pt x="10972799" y="1123949"/>
                  </a:lnTo>
                  <a:lnTo>
                    <a:pt x="10966272" y="1168123"/>
                  </a:lnTo>
                  <a:lnTo>
                    <a:pt x="10947138" y="1208634"/>
                  </a:lnTo>
                  <a:lnTo>
                    <a:pt x="10917032" y="1241815"/>
                  </a:lnTo>
                  <a:lnTo>
                    <a:pt x="10878719" y="1264749"/>
                  </a:lnTo>
                  <a:lnTo>
                    <a:pt x="10835411" y="1275624"/>
                  </a:lnTo>
                  <a:lnTo>
                    <a:pt x="10820399" y="1276349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24">
              <a:extLst>
                <a:ext uri="{FF2B5EF4-FFF2-40B4-BE49-F238E27FC236}">
                  <a16:creationId xmlns:a16="http://schemas.microsoft.com/office/drawing/2014/main" id="{C1036C69-148F-5C92-17AC-EE8B93A24218}"/>
                </a:ext>
              </a:extLst>
            </p:cNvPr>
            <p:cNvSpPr/>
            <p:nvPr/>
          </p:nvSpPr>
          <p:spPr>
            <a:xfrm>
              <a:off x="609599" y="5543549"/>
              <a:ext cx="10972800" cy="1276350"/>
            </a:xfrm>
            <a:custGeom>
              <a:avLst/>
              <a:gdLst/>
              <a:ahLst/>
              <a:cxnLst/>
              <a:rect l="l" t="t" r="r" b="b"/>
              <a:pathLst>
                <a:path w="10972800" h="1276350">
                  <a:moveTo>
                    <a:pt x="10820399" y="1276349"/>
                  </a:moveTo>
                  <a:lnTo>
                    <a:pt x="152399" y="1276349"/>
                  </a:lnTo>
                  <a:lnTo>
                    <a:pt x="137387" y="1275624"/>
                  </a:lnTo>
                  <a:lnTo>
                    <a:pt x="94079" y="1264749"/>
                  </a:lnTo>
                  <a:lnTo>
                    <a:pt x="55765" y="1241815"/>
                  </a:lnTo>
                  <a:lnTo>
                    <a:pt x="25660" y="1208634"/>
                  </a:lnTo>
                  <a:lnTo>
                    <a:pt x="6525" y="1168123"/>
                  </a:lnTo>
                  <a:lnTo>
                    <a:pt x="0" y="11239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0820399" y="0"/>
                  </a:lnTo>
                  <a:lnTo>
                    <a:pt x="10835411" y="725"/>
                  </a:lnTo>
                  <a:lnTo>
                    <a:pt x="10850136" y="2900"/>
                  </a:lnTo>
                  <a:lnTo>
                    <a:pt x="10864571" y="6525"/>
                  </a:lnTo>
                  <a:lnTo>
                    <a:pt x="10872933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123949"/>
                  </a:lnTo>
                  <a:lnTo>
                    <a:pt x="15675" y="1165424"/>
                  </a:lnTo>
                  <a:lnTo>
                    <a:pt x="33603" y="1203326"/>
                  </a:lnTo>
                  <a:lnTo>
                    <a:pt x="61759" y="1234394"/>
                  </a:lnTo>
                  <a:lnTo>
                    <a:pt x="97724" y="1255948"/>
                  </a:lnTo>
                  <a:lnTo>
                    <a:pt x="138395" y="1266138"/>
                  </a:lnTo>
                  <a:lnTo>
                    <a:pt x="152399" y="1266824"/>
                  </a:lnTo>
                  <a:lnTo>
                    <a:pt x="10872933" y="1266824"/>
                  </a:lnTo>
                  <a:lnTo>
                    <a:pt x="10864571" y="1269824"/>
                  </a:lnTo>
                  <a:lnTo>
                    <a:pt x="10850136" y="1273449"/>
                  </a:lnTo>
                  <a:lnTo>
                    <a:pt x="10835411" y="1275624"/>
                  </a:lnTo>
                  <a:lnTo>
                    <a:pt x="10820399" y="1276349"/>
                  </a:lnTo>
                  <a:close/>
                </a:path>
                <a:path w="10972800" h="1276350">
                  <a:moveTo>
                    <a:pt x="10872933" y="1266824"/>
                  </a:moveTo>
                  <a:lnTo>
                    <a:pt x="10820399" y="1266824"/>
                  </a:lnTo>
                  <a:lnTo>
                    <a:pt x="10827417" y="1266653"/>
                  </a:lnTo>
                  <a:lnTo>
                    <a:pt x="10834402" y="1266138"/>
                  </a:lnTo>
                  <a:lnTo>
                    <a:pt x="10875073" y="1255948"/>
                  </a:lnTo>
                  <a:lnTo>
                    <a:pt x="10911038" y="1234394"/>
                  </a:lnTo>
                  <a:lnTo>
                    <a:pt x="10939194" y="1203326"/>
                  </a:lnTo>
                  <a:lnTo>
                    <a:pt x="10957121" y="1165424"/>
                  </a:lnTo>
                  <a:lnTo>
                    <a:pt x="10963274" y="1123949"/>
                  </a:lnTo>
                  <a:lnTo>
                    <a:pt x="10963274" y="152399"/>
                  </a:lnTo>
                  <a:lnTo>
                    <a:pt x="10957121" y="110925"/>
                  </a:lnTo>
                  <a:lnTo>
                    <a:pt x="10939194" y="73022"/>
                  </a:lnTo>
                  <a:lnTo>
                    <a:pt x="10911038" y="41954"/>
                  </a:lnTo>
                  <a:lnTo>
                    <a:pt x="10875073" y="20400"/>
                  </a:lnTo>
                  <a:lnTo>
                    <a:pt x="10834401" y="10211"/>
                  </a:lnTo>
                  <a:lnTo>
                    <a:pt x="10820399" y="9524"/>
                  </a:lnTo>
                  <a:lnTo>
                    <a:pt x="10872933" y="9524"/>
                  </a:lnTo>
                  <a:lnTo>
                    <a:pt x="10917033" y="34533"/>
                  </a:lnTo>
                  <a:lnTo>
                    <a:pt x="10947138" y="67715"/>
                  </a:lnTo>
                  <a:lnTo>
                    <a:pt x="10966273" y="108226"/>
                  </a:lnTo>
                  <a:lnTo>
                    <a:pt x="10972799" y="152399"/>
                  </a:lnTo>
                  <a:lnTo>
                    <a:pt x="10972799" y="1123949"/>
                  </a:lnTo>
                  <a:lnTo>
                    <a:pt x="10972122" y="1137954"/>
                  </a:lnTo>
                  <a:lnTo>
                    <a:pt x="10961197" y="1182270"/>
                  </a:lnTo>
                  <a:lnTo>
                    <a:pt x="10938265" y="1220584"/>
                  </a:lnTo>
                  <a:lnTo>
                    <a:pt x="10905083" y="1250689"/>
                  </a:lnTo>
                  <a:lnTo>
                    <a:pt x="10878719" y="1264749"/>
                  </a:lnTo>
                  <a:lnTo>
                    <a:pt x="10872933" y="1266824"/>
                  </a:lnTo>
                  <a:close/>
                </a:path>
              </a:pathLst>
            </a:custGeom>
            <a:solidFill>
              <a:srgbClr val="37405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25">
              <a:extLst>
                <a:ext uri="{FF2B5EF4-FFF2-40B4-BE49-F238E27FC236}">
                  <a16:creationId xmlns:a16="http://schemas.microsoft.com/office/drawing/2014/main" id="{C964A79F-D08D-B3BF-AE8F-8C8EEB28493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33874" y="5876924"/>
              <a:ext cx="609599" cy="609599"/>
            </a:xfrm>
            <a:prstGeom prst="rect">
              <a:avLst/>
            </a:prstGeom>
          </p:spPr>
        </p:pic>
        <p:pic>
          <p:nvPicPr>
            <p:cNvPr id="80" name="object 26">
              <a:extLst>
                <a:ext uri="{FF2B5EF4-FFF2-40B4-BE49-F238E27FC236}">
                  <a16:creationId xmlns:a16="http://schemas.microsoft.com/office/drawing/2014/main" id="{371D217D-370C-6097-BB46-04C528FE2F87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94311" y="6067424"/>
              <a:ext cx="285750" cy="228600"/>
            </a:xfrm>
            <a:prstGeom prst="rect">
              <a:avLst/>
            </a:prstGeom>
          </p:spPr>
        </p:pic>
      </p:grpSp>
      <p:sp>
        <p:nvSpPr>
          <p:cNvPr id="81" name="object 27">
            <a:extLst>
              <a:ext uri="{FF2B5EF4-FFF2-40B4-BE49-F238E27FC236}">
                <a16:creationId xmlns:a16="http://schemas.microsoft.com/office/drawing/2014/main" id="{C12BF79A-3560-44BE-AB41-7CFB4E2758E2}"/>
              </a:ext>
            </a:extLst>
          </p:cNvPr>
          <p:cNvSpPr txBox="1"/>
          <p:nvPr/>
        </p:nvSpPr>
        <p:spPr>
          <a:xfrm>
            <a:off x="5116315" y="5368287"/>
            <a:ext cx="2714625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195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r>
              <a:rPr sz="18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165" dirty="0">
                <a:solidFill>
                  <a:srgbClr val="FFFFFF"/>
                </a:solidFill>
                <a:latin typeface="Trebuchet MS"/>
                <a:cs typeface="Trebuchet MS"/>
              </a:rPr>
              <a:t>Expert</a:t>
            </a:r>
            <a:r>
              <a:rPr sz="18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229" dirty="0">
                <a:solidFill>
                  <a:srgbClr val="FFFFFF"/>
                </a:solidFill>
                <a:latin typeface="Trebuchet MS"/>
                <a:cs typeface="Trebuchet MS"/>
              </a:rPr>
              <a:t>Sessions</a:t>
            </a: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350" spc="50" dirty="0">
                <a:solidFill>
                  <a:srgbClr val="D8B4FE"/>
                </a:solidFill>
                <a:latin typeface="Trebuchet MS"/>
                <a:cs typeface="Trebuchet MS"/>
              </a:rPr>
              <a:t>Law,</a:t>
            </a:r>
            <a:r>
              <a:rPr sz="1350" spc="40" dirty="0">
                <a:solidFill>
                  <a:srgbClr val="D8B4F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D8B4FE"/>
                </a:solidFill>
                <a:latin typeface="Trebuchet MS"/>
                <a:cs typeface="Trebuchet MS"/>
              </a:rPr>
              <a:t>AI,</a:t>
            </a:r>
            <a:r>
              <a:rPr sz="1350" spc="45" dirty="0">
                <a:solidFill>
                  <a:srgbClr val="D8B4FE"/>
                </a:solidFill>
                <a:latin typeface="Trebuchet MS"/>
                <a:cs typeface="Trebuchet MS"/>
              </a:rPr>
              <a:t> </a:t>
            </a:r>
            <a:r>
              <a:rPr sz="1350" spc="95" dirty="0">
                <a:solidFill>
                  <a:srgbClr val="D8B4FE"/>
                </a:solidFill>
                <a:latin typeface="Trebuchet MS"/>
                <a:cs typeface="Trebuchet MS"/>
              </a:rPr>
              <a:t>Awareness</a:t>
            </a:r>
            <a:r>
              <a:rPr sz="1350" spc="40" dirty="0">
                <a:solidFill>
                  <a:srgbClr val="D8B4FE"/>
                </a:solidFill>
                <a:latin typeface="Trebuchet MS"/>
                <a:cs typeface="Trebuchet MS"/>
              </a:rPr>
              <a:t> </a:t>
            </a:r>
            <a:r>
              <a:rPr sz="1350" spc="95" dirty="0">
                <a:solidFill>
                  <a:srgbClr val="D8B4FE"/>
                </a:solidFill>
                <a:latin typeface="Trebuchet MS"/>
                <a:cs typeface="Trebuchet MS"/>
              </a:rPr>
              <a:t>&amp;</a:t>
            </a:r>
            <a:r>
              <a:rPr sz="1350" spc="45" dirty="0">
                <a:solidFill>
                  <a:srgbClr val="D8B4FE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D8B4FE"/>
                </a:solidFill>
                <a:latin typeface="Trebuchet MS"/>
                <a:cs typeface="Trebuchet MS"/>
              </a:rPr>
              <a:t>Forensics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82" name="object 4">
            <a:extLst>
              <a:ext uri="{FF2B5EF4-FFF2-40B4-BE49-F238E27FC236}">
                <a16:creationId xmlns:a16="http://schemas.microsoft.com/office/drawing/2014/main" id="{F3B79230-7E64-61B4-0949-EF61308A74F0}"/>
              </a:ext>
            </a:extLst>
          </p:cNvPr>
          <p:cNvGrpSpPr/>
          <p:nvPr/>
        </p:nvGrpSpPr>
        <p:grpSpPr>
          <a:xfrm>
            <a:off x="681737" y="1409447"/>
            <a:ext cx="5337768" cy="1531721"/>
            <a:chOff x="6248400" y="1924049"/>
            <a:chExt cx="5337768" cy="1531721"/>
          </a:xfrm>
        </p:grpSpPr>
        <p:sp>
          <p:nvSpPr>
            <p:cNvPr id="83" name="object 5">
              <a:extLst>
                <a:ext uri="{FF2B5EF4-FFF2-40B4-BE49-F238E27FC236}">
                  <a16:creationId xmlns:a16="http://schemas.microsoft.com/office/drawing/2014/main" id="{D1BA2765-F654-6AC0-47EA-A7A4494B1DFE}"/>
                </a:ext>
              </a:extLst>
            </p:cNvPr>
            <p:cNvSpPr/>
            <p:nvPr/>
          </p:nvSpPr>
          <p:spPr>
            <a:xfrm>
              <a:off x="6252168" y="1950820"/>
              <a:ext cx="5334000" cy="1504950"/>
            </a:xfrm>
            <a:custGeom>
              <a:avLst/>
              <a:gdLst/>
              <a:ahLst/>
              <a:cxnLst/>
              <a:rect l="l" t="t" r="r" b="b"/>
              <a:pathLst>
                <a:path w="5334000" h="1504950">
                  <a:moveTo>
                    <a:pt x="5181599" y="1504949"/>
                  </a:moveTo>
                  <a:lnTo>
                    <a:pt x="152399" y="1504949"/>
                  </a:lnTo>
                  <a:lnTo>
                    <a:pt x="137387" y="1504224"/>
                  </a:lnTo>
                  <a:lnTo>
                    <a:pt x="94079" y="1493348"/>
                  </a:lnTo>
                  <a:lnTo>
                    <a:pt x="55765" y="1470415"/>
                  </a:lnTo>
                  <a:lnTo>
                    <a:pt x="25660" y="1437234"/>
                  </a:lnTo>
                  <a:lnTo>
                    <a:pt x="6525" y="1396723"/>
                  </a:lnTo>
                  <a:lnTo>
                    <a:pt x="0" y="13525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181599" y="0"/>
                  </a:lnTo>
                  <a:lnTo>
                    <a:pt x="5225772" y="6525"/>
                  </a:lnTo>
                  <a:lnTo>
                    <a:pt x="5266284" y="25660"/>
                  </a:lnTo>
                  <a:lnTo>
                    <a:pt x="5299465" y="55765"/>
                  </a:lnTo>
                  <a:lnTo>
                    <a:pt x="5322398" y="94079"/>
                  </a:lnTo>
                  <a:lnTo>
                    <a:pt x="5333274" y="137387"/>
                  </a:lnTo>
                  <a:lnTo>
                    <a:pt x="5333999" y="152399"/>
                  </a:lnTo>
                  <a:lnTo>
                    <a:pt x="5333999" y="1352549"/>
                  </a:lnTo>
                  <a:lnTo>
                    <a:pt x="5327473" y="1396723"/>
                  </a:lnTo>
                  <a:lnTo>
                    <a:pt x="5308339" y="1437234"/>
                  </a:lnTo>
                  <a:lnTo>
                    <a:pt x="5278234" y="1470415"/>
                  </a:lnTo>
                  <a:lnTo>
                    <a:pt x="5239920" y="1493348"/>
                  </a:lnTo>
                  <a:lnTo>
                    <a:pt x="5196612" y="1504224"/>
                  </a:lnTo>
                  <a:lnTo>
                    <a:pt x="5181599" y="1504949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6">
              <a:extLst>
                <a:ext uri="{FF2B5EF4-FFF2-40B4-BE49-F238E27FC236}">
                  <a16:creationId xmlns:a16="http://schemas.microsoft.com/office/drawing/2014/main" id="{3D5E3263-CF3F-B33A-16EE-E3F190970656}"/>
                </a:ext>
              </a:extLst>
            </p:cNvPr>
            <p:cNvSpPr/>
            <p:nvPr/>
          </p:nvSpPr>
          <p:spPr>
            <a:xfrm>
              <a:off x="6248400" y="1924049"/>
              <a:ext cx="5334000" cy="1504950"/>
            </a:xfrm>
            <a:custGeom>
              <a:avLst/>
              <a:gdLst/>
              <a:ahLst/>
              <a:cxnLst/>
              <a:rect l="l" t="t" r="r" b="b"/>
              <a:pathLst>
                <a:path w="5334000" h="1504950">
                  <a:moveTo>
                    <a:pt x="5181599" y="1504949"/>
                  </a:moveTo>
                  <a:lnTo>
                    <a:pt x="152399" y="1504949"/>
                  </a:lnTo>
                  <a:lnTo>
                    <a:pt x="137387" y="1504224"/>
                  </a:lnTo>
                  <a:lnTo>
                    <a:pt x="94079" y="1493348"/>
                  </a:lnTo>
                  <a:lnTo>
                    <a:pt x="55765" y="1470415"/>
                  </a:lnTo>
                  <a:lnTo>
                    <a:pt x="25660" y="1437234"/>
                  </a:lnTo>
                  <a:lnTo>
                    <a:pt x="6525" y="1396723"/>
                  </a:lnTo>
                  <a:lnTo>
                    <a:pt x="0" y="13525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181599" y="0"/>
                  </a:lnTo>
                  <a:lnTo>
                    <a:pt x="5196612" y="725"/>
                  </a:lnTo>
                  <a:lnTo>
                    <a:pt x="5211337" y="2900"/>
                  </a:lnTo>
                  <a:lnTo>
                    <a:pt x="5225773" y="6525"/>
                  </a:lnTo>
                  <a:lnTo>
                    <a:pt x="52341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352549"/>
                  </a:lnTo>
                  <a:lnTo>
                    <a:pt x="15675" y="1394024"/>
                  </a:lnTo>
                  <a:lnTo>
                    <a:pt x="33603" y="1431926"/>
                  </a:lnTo>
                  <a:lnTo>
                    <a:pt x="61759" y="1462994"/>
                  </a:lnTo>
                  <a:lnTo>
                    <a:pt x="97724" y="1484548"/>
                  </a:lnTo>
                  <a:lnTo>
                    <a:pt x="138395" y="1494738"/>
                  </a:lnTo>
                  <a:lnTo>
                    <a:pt x="152399" y="1495424"/>
                  </a:lnTo>
                  <a:lnTo>
                    <a:pt x="5234134" y="1495424"/>
                  </a:lnTo>
                  <a:lnTo>
                    <a:pt x="5225773" y="1498424"/>
                  </a:lnTo>
                  <a:lnTo>
                    <a:pt x="5211337" y="1502049"/>
                  </a:lnTo>
                  <a:lnTo>
                    <a:pt x="5196612" y="1504224"/>
                  </a:lnTo>
                  <a:lnTo>
                    <a:pt x="5181599" y="1504949"/>
                  </a:lnTo>
                  <a:close/>
                </a:path>
                <a:path w="5334000" h="1504950">
                  <a:moveTo>
                    <a:pt x="5234134" y="1495424"/>
                  </a:moveTo>
                  <a:lnTo>
                    <a:pt x="5181599" y="1495424"/>
                  </a:lnTo>
                  <a:lnTo>
                    <a:pt x="5188618" y="1495253"/>
                  </a:lnTo>
                  <a:lnTo>
                    <a:pt x="5195603" y="1494738"/>
                  </a:lnTo>
                  <a:lnTo>
                    <a:pt x="5236275" y="1484548"/>
                  </a:lnTo>
                  <a:lnTo>
                    <a:pt x="5272239" y="1462994"/>
                  </a:lnTo>
                  <a:lnTo>
                    <a:pt x="5300394" y="1431926"/>
                  </a:lnTo>
                  <a:lnTo>
                    <a:pt x="5318323" y="1394024"/>
                  </a:lnTo>
                  <a:lnTo>
                    <a:pt x="5324474" y="1352549"/>
                  </a:lnTo>
                  <a:lnTo>
                    <a:pt x="5324474" y="152399"/>
                  </a:lnTo>
                  <a:lnTo>
                    <a:pt x="5318323" y="110925"/>
                  </a:lnTo>
                  <a:lnTo>
                    <a:pt x="5300394" y="73022"/>
                  </a:lnTo>
                  <a:lnTo>
                    <a:pt x="5272239" y="41954"/>
                  </a:lnTo>
                  <a:lnTo>
                    <a:pt x="5236275" y="20400"/>
                  </a:lnTo>
                  <a:lnTo>
                    <a:pt x="5195603" y="10211"/>
                  </a:lnTo>
                  <a:lnTo>
                    <a:pt x="5181599" y="9524"/>
                  </a:lnTo>
                  <a:lnTo>
                    <a:pt x="5234134" y="9524"/>
                  </a:lnTo>
                  <a:lnTo>
                    <a:pt x="5278234" y="34533"/>
                  </a:lnTo>
                  <a:lnTo>
                    <a:pt x="5308339" y="67715"/>
                  </a:lnTo>
                  <a:lnTo>
                    <a:pt x="5327473" y="108226"/>
                  </a:lnTo>
                  <a:lnTo>
                    <a:pt x="5333999" y="152399"/>
                  </a:lnTo>
                  <a:lnTo>
                    <a:pt x="5333999" y="1352549"/>
                  </a:lnTo>
                  <a:lnTo>
                    <a:pt x="5333323" y="1366554"/>
                  </a:lnTo>
                  <a:lnTo>
                    <a:pt x="5322398" y="1410870"/>
                  </a:lnTo>
                  <a:lnTo>
                    <a:pt x="5299465" y="1449184"/>
                  </a:lnTo>
                  <a:lnTo>
                    <a:pt x="5266284" y="1479289"/>
                  </a:lnTo>
                  <a:lnTo>
                    <a:pt x="5239920" y="1493348"/>
                  </a:lnTo>
                  <a:lnTo>
                    <a:pt x="5234134" y="1495424"/>
                  </a:lnTo>
                  <a:close/>
                </a:path>
              </a:pathLst>
            </a:custGeom>
            <a:solidFill>
              <a:srgbClr val="37405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7">
              <a:extLst>
                <a:ext uri="{FF2B5EF4-FFF2-40B4-BE49-F238E27FC236}">
                  <a16:creationId xmlns:a16="http://schemas.microsoft.com/office/drawing/2014/main" id="{57FBC0E4-99B2-B387-E4D4-AFA5EC28B83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2724" y="2257424"/>
              <a:ext cx="609599" cy="609599"/>
            </a:xfrm>
            <a:prstGeom prst="rect">
              <a:avLst/>
            </a:prstGeom>
          </p:spPr>
        </p:pic>
      </p:grpSp>
      <p:pic>
        <p:nvPicPr>
          <p:cNvPr id="87" name="object 14">
            <a:extLst>
              <a:ext uri="{FF2B5EF4-FFF2-40B4-BE49-F238E27FC236}">
                <a16:creationId xmlns:a16="http://schemas.microsoft.com/office/drawing/2014/main" id="{63F39A21-7B83-E0FC-6A40-4FDB64E9E4F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8918" y="1913888"/>
            <a:ext cx="177800" cy="23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55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8AC7D-5EFB-1B6E-F7D3-C8947A5DE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3E74134-973D-2507-A526-8F3F9D620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5695D4-033D-2A31-6A83-7D120791E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D1DDE7-B0D4-1AB1-E383-2CA58BEF2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018803-37F5-0CAC-937E-0FF34C72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EA89264F-E4C8-1234-67BD-7303F2C946A0}"/>
              </a:ext>
            </a:extLst>
          </p:cNvPr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E86AC66A-7528-3A65-CF06-0C8E1031452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F1F4C4A1-20A8-CEA7-3535-181F29748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3765" y="315609"/>
            <a:ext cx="6337831" cy="569387"/>
          </a:xfrm>
          <a:prstGeom prst="rect">
            <a:avLst/>
          </a:prstGeom>
        </p:spPr>
      </p:pic>
      <p:sp>
        <p:nvSpPr>
          <p:cNvPr id="6" name="object 8">
            <a:extLst>
              <a:ext uri="{FF2B5EF4-FFF2-40B4-BE49-F238E27FC236}">
                <a16:creationId xmlns:a16="http://schemas.microsoft.com/office/drawing/2014/main" id="{48FF8EBB-BDCA-8DAF-80B6-3BB11AA500E8}"/>
              </a:ext>
            </a:extLst>
          </p:cNvPr>
          <p:cNvSpPr txBox="1">
            <a:spLocks/>
          </p:cNvSpPr>
          <p:nvPr/>
        </p:nvSpPr>
        <p:spPr>
          <a:xfrm>
            <a:off x="1548582" y="300861"/>
            <a:ext cx="6291315" cy="569387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600" dirty="0">
                <a:solidFill>
                  <a:srgbClr val="FFFF00"/>
                </a:solidFill>
              </a:rPr>
              <a:t>Conclusion &amp; Acknowledgment:-</a:t>
            </a:r>
          </a:p>
        </p:txBody>
      </p:sp>
      <p:grpSp>
        <p:nvGrpSpPr>
          <p:cNvPr id="30" name="object 4">
            <a:extLst>
              <a:ext uri="{FF2B5EF4-FFF2-40B4-BE49-F238E27FC236}">
                <a16:creationId xmlns:a16="http://schemas.microsoft.com/office/drawing/2014/main" id="{B12BF734-63C1-E8E8-3E0D-96D040EE0DF2}"/>
              </a:ext>
            </a:extLst>
          </p:cNvPr>
          <p:cNvGrpSpPr/>
          <p:nvPr/>
        </p:nvGrpSpPr>
        <p:grpSpPr>
          <a:xfrm>
            <a:off x="1635281" y="1277953"/>
            <a:ext cx="4648200" cy="2428875"/>
            <a:chOff x="6324600" y="1628774"/>
            <a:chExt cx="4648200" cy="2428875"/>
          </a:xfrm>
        </p:grpSpPr>
        <p:pic>
          <p:nvPicPr>
            <p:cNvPr id="31" name="object 5">
              <a:extLst>
                <a:ext uri="{FF2B5EF4-FFF2-40B4-BE49-F238E27FC236}">
                  <a16:creationId xmlns:a16="http://schemas.microsoft.com/office/drawing/2014/main" id="{FE83DC5C-104D-3E5B-FBDF-5D35A26B0E2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4600" y="1628774"/>
              <a:ext cx="4648199" cy="2428874"/>
            </a:xfrm>
            <a:prstGeom prst="rect">
              <a:avLst/>
            </a:prstGeom>
          </p:spPr>
        </p:pic>
        <p:sp>
          <p:nvSpPr>
            <p:cNvPr id="32" name="object 6">
              <a:extLst>
                <a:ext uri="{FF2B5EF4-FFF2-40B4-BE49-F238E27FC236}">
                  <a16:creationId xmlns:a16="http://schemas.microsoft.com/office/drawing/2014/main" id="{E0AE5007-E3BE-118D-D3EC-731BAAEFBD75}"/>
                </a:ext>
              </a:extLst>
            </p:cNvPr>
            <p:cNvSpPr/>
            <p:nvPr/>
          </p:nvSpPr>
          <p:spPr>
            <a:xfrm>
              <a:off x="6324600" y="1628774"/>
              <a:ext cx="4648200" cy="2428875"/>
            </a:xfrm>
            <a:custGeom>
              <a:avLst/>
              <a:gdLst/>
              <a:ahLst/>
              <a:cxnLst/>
              <a:rect l="l" t="t" r="r" b="b"/>
              <a:pathLst>
                <a:path w="4648200" h="2428875">
                  <a:moveTo>
                    <a:pt x="4495799" y="2428874"/>
                  </a:moveTo>
                  <a:lnTo>
                    <a:pt x="152399" y="2428874"/>
                  </a:lnTo>
                  <a:lnTo>
                    <a:pt x="137387" y="2428149"/>
                  </a:lnTo>
                  <a:lnTo>
                    <a:pt x="94079" y="2417273"/>
                  </a:lnTo>
                  <a:lnTo>
                    <a:pt x="55765" y="2394340"/>
                  </a:lnTo>
                  <a:lnTo>
                    <a:pt x="25660" y="2361159"/>
                  </a:lnTo>
                  <a:lnTo>
                    <a:pt x="6525" y="2320648"/>
                  </a:lnTo>
                  <a:lnTo>
                    <a:pt x="0" y="227647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4495799" y="0"/>
                  </a:lnTo>
                  <a:lnTo>
                    <a:pt x="4510812" y="725"/>
                  </a:lnTo>
                  <a:lnTo>
                    <a:pt x="4525536" y="2900"/>
                  </a:lnTo>
                  <a:lnTo>
                    <a:pt x="4539972" y="6525"/>
                  </a:lnTo>
                  <a:lnTo>
                    <a:pt x="45483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2276474"/>
                  </a:lnTo>
                  <a:lnTo>
                    <a:pt x="15675" y="2317949"/>
                  </a:lnTo>
                  <a:lnTo>
                    <a:pt x="33603" y="2355851"/>
                  </a:lnTo>
                  <a:lnTo>
                    <a:pt x="61759" y="2386919"/>
                  </a:lnTo>
                  <a:lnTo>
                    <a:pt x="97724" y="2408473"/>
                  </a:lnTo>
                  <a:lnTo>
                    <a:pt x="138395" y="2418663"/>
                  </a:lnTo>
                  <a:lnTo>
                    <a:pt x="152399" y="2419349"/>
                  </a:lnTo>
                  <a:lnTo>
                    <a:pt x="4548333" y="2419349"/>
                  </a:lnTo>
                  <a:lnTo>
                    <a:pt x="4539972" y="2422349"/>
                  </a:lnTo>
                  <a:lnTo>
                    <a:pt x="4525536" y="2425974"/>
                  </a:lnTo>
                  <a:lnTo>
                    <a:pt x="4510812" y="2428149"/>
                  </a:lnTo>
                  <a:lnTo>
                    <a:pt x="4495799" y="2428874"/>
                  </a:lnTo>
                  <a:close/>
                </a:path>
                <a:path w="4648200" h="2428875">
                  <a:moveTo>
                    <a:pt x="4548333" y="2419349"/>
                  </a:moveTo>
                  <a:lnTo>
                    <a:pt x="4495799" y="2419349"/>
                  </a:lnTo>
                  <a:lnTo>
                    <a:pt x="4502818" y="2419178"/>
                  </a:lnTo>
                  <a:lnTo>
                    <a:pt x="4509803" y="2418663"/>
                  </a:lnTo>
                  <a:lnTo>
                    <a:pt x="4550474" y="2408473"/>
                  </a:lnTo>
                  <a:lnTo>
                    <a:pt x="4586438" y="2386919"/>
                  </a:lnTo>
                  <a:lnTo>
                    <a:pt x="4614594" y="2355851"/>
                  </a:lnTo>
                  <a:lnTo>
                    <a:pt x="4632523" y="2317949"/>
                  </a:lnTo>
                  <a:lnTo>
                    <a:pt x="4637863" y="2291487"/>
                  </a:lnTo>
                  <a:lnTo>
                    <a:pt x="4637987" y="2290478"/>
                  </a:lnTo>
                  <a:lnTo>
                    <a:pt x="4638502" y="2283493"/>
                  </a:lnTo>
                  <a:lnTo>
                    <a:pt x="4638674" y="2276474"/>
                  </a:lnTo>
                  <a:lnTo>
                    <a:pt x="4638674" y="152399"/>
                  </a:lnTo>
                  <a:lnTo>
                    <a:pt x="4632523" y="110925"/>
                  </a:lnTo>
                  <a:lnTo>
                    <a:pt x="4614594" y="73022"/>
                  </a:lnTo>
                  <a:lnTo>
                    <a:pt x="4586438" y="41954"/>
                  </a:lnTo>
                  <a:lnTo>
                    <a:pt x="4550474" y="20400"/>
                  </a:lnTo>
                  <a:lnTo>
                    <a:pt x="4509803" y="10211"/>
                  </a:lnTo>
                  <a:lnTo>
                    <a:pt x="4495799" y="9524"/>
                  </a:lnTo>
                  <a:lnTo>
                    <a:pt x="4548334" y="9524"/>
                  </a:lnTo>
                  <a:lnTo>
                    <a:pt x="4592434" y="34533"/>
                  </a:lnTo>
                  <a:lnTo>
                    <a:pt x="4622539" y="67715"/>
                  </a:lnTo>
                  <a:lnTo>
                    <a:pt x="4641673" y="108226"/>
                  </a:lnTo>
                  <a:lnTo>
                    <a:pt x="4648199" y="152399"/>
                  </a:lnTo>
                  <a:lnTo>
                    <a:pt x="4648199" y="2276474"/>
                  </a:lnTo>
                  <a:lnTo>
                    <a:pt x="4647523" y="2290478"/>
                  </a:lnTo>
                  <a:lnTo>
                    <a:pt x="4636598" y="2334795"/>
                  </a:lnTo>
                  <a:lnTo>
                    <a:pt x="4613665" y="2373109"/>
                  </a:lnTo>
                  <a:lnTo>
                    <a:pt x="4580484" y="2403214"/>
                  </a:lnTo>
                  <a:lnTo>
                    <a:pt x="4554120" y="2417273"/>
                  </a:lnTo>
                  <a:lnTo>
                    <a:pt x="4548333" y="2419349"/>
                  </a:lnTo>
                  <a:close/>
                </a:path>
              </a:pathLst>
            </a:custGeom>
            <a:solidFill>
              <a:srgbClr val="A754F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2"/>
          <p:cNvSpPr txBox="1"/>
          <p:nvPr/>
        </p:nvSpPr>
        <p:spPr>
          <a:xfrm>
            <a:off x="1948309" y="1430376"/>
            <a:ext cx="3931014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b="1" spc="-125" dirty="0">
                <a:solidFill>
                  <a:schemeClr val="bg1"/>
                </a:solidFill>
                <a:highlight>
                  <a:srgbClr val="800080"/>
                </a:highlight>
                <a:latin typeface="Arial"/>
                <a:cs typeface="Arial"/>
              </a:rPr>
              <a:t>Gurugram</a:t>
            </a:r>
            <a:r>
              <a:rPr sz="2400" b="1" spc="-85" dirty="0">
                <a:solidFill>
                  <a:schemeClr val="bg1"/>
                </a:solidFill>
                <a:highlight>
                  <a:srgbClr val="800080"/>
                </a:highlight>
                <a:latin typeface="Arial"/>
                <a:cs typeface="Arial"/>
              </a:rPr>
              <a:t> </a:t>
            </a:r>
            <a:r>
              <a:rPr sz="2400" b="1" spc="-105" dirty="0">
                <a:solidFill>
                  <a:schemeClr val="bg1"/>
                </a:solidFill>
                <a:highlight>
                  <a:srgbClr val="800080"/>
                </a:highlight>
                <a:latin typeface="Arial"/>
                <a:cs typeface="Arial"/>
              </a:rPr>
              <a:t>Police</a:t>
            </a:r>
            <a:r>
              <a:rPr sz="2400" b="1" spc="-85" dirty="0">
                <a:solidFill>
                  <a:schemeClr val="bg1"/>
                </a:solidFill>
                <a:highlight>
                  <a:srgbClr val="800080"/>
                </a:highlight>
                <a:latin typeface="Arial"/>
                <a:cs typeface="Arial"/>
              </a:rPr>
              <a:t> Cyber </a:t>
            </a:r>
            <a:r>
              <a:rPr sz="2400" b="1" spc="-45" dirty="0">
                <a:solidFill>
                  <a:schemeClr val="bg1"/>
                </a:solidFill>
                <a:highlight>
                  <a:srgbClr val="800080"/>
                </a:highlight>
                <a:latin typeface="Arial"/>
                <a:cs typeface="Arial"/>
              </a:rPr>
              <a:t>Cell</a:t>
            </a:r>
            <a:r>
              <a:rPr lang="en-US" sz="2400" b="1" spc="-45" dirty="0">
                <a:solidFill>
                  <a:schemeClr val="bg1"/>
                </a:solidFill>
                <a:highlight>
                  <a:srgbClr val="800080"/>
                </a:highlight>
                <a:latin typeface="Arial"/>
                <a:cs typeface="Arial"/>
              </a:rPr>
              <a:t> .</a:t>
            </a:r>
            <a:endParaRPr sz="2400" dirty="0">
              <a:solidFill>
                <a:schemeClr val="bg1"/>
              </a:solidFill>
              <a:highlight>
                <a:srgbClr val="800080"/>
              </a:highlight>
              <a:latin typeface="Arial"/>
              <a:cs typeface="Arial"/>
            </a:endParaRPr>
          </a:p>
        </p:txBody>
      </p:sp>
      <p:sp>
        <p:nvSpPr>
          <p:cNvPr id="54" name="object 3"/>
          <p:cNvSpPr txBox="1"/>
          <p:nvPr/>
        </p:nvSpPr>
        <p:spPr>
          <a:xfrm>
            <a:off x="2049892" y="1886479"/>
            <a:ext cx="3538220" cy="1482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065" marR="5080" algn="just">
              <a:lnSpc>
                <a:spcPct val="122200"/>
              </a:lnSpc>
              <a:spcBef>
                <a:spcPts val="75"/>
              </a:spcBef>
            </a:pPr>
            <a:r>
              <a:rPr sz="1600" b="1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Grateful</a:t>
            </a:r>
            <a:r>
              <a:rPr sz="1600" b="1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1600" b="1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all</a:t>
            </a:r>
            <a:r>
              <a:rPr sz="1600" b="1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mentors</a:t>
            </a:r>
            <a:r>
              <a:rPr sz="1600" b="1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600" b="1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officers</a:t>
            </a:r>
            <a:r>
              <a:rPr sz="1600" b="1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r>
              <a:rPr sz="1600" b="1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their </a:t>
            </a:r>
            <a:r>
              <a:rPr sz="1600" b="1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invaluable</a:t>
            </a:r>
            <a:r>
              <a:rPr sz="1600" b="1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guidance, expertise</a:t>
            </a:r>
            <a:r>
              <a:rPr sz="1600" b="1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sharing,</a:t>
            </a:r>
            <a:r>
              <a:rPr sz="1600" b="1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and </a:t>
            </a:r>
            <a:r>
              <a:rPr sz="1600" b="1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unwavering</a:t>
            </a:r>
            <a:r>
              <a:rPr sz="1600" b="1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support</a:t>
            </a:r>
            <a:r>
              <a:rPr sz="1600" b="1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throughout</a:t>
            </a:r>
            <a:r>
              <a:rPr sz="1600" b="1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this </a:t>
            </a:r>
            <a:r>
              <a:rPr sz="1600"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transformative</a:t>
            </a:r>
            <a:r>
              <a:rPr sz="1600" b="1" spc="-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internship</a:t>
            </a:r>
            <a:r>
              <a:rPr sz="1600"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experience.</a:t>
            </a:r>
            <a:endParaRPr sz="1600" b="1" dirty="0">
              <a:latin typeface="Microsoft Sans Serif"/>
              <a:cs typeface="Microsoft Sans Serif"/>
            </a:endParaRPr>
          </a:p>
        </p:txBody>
      </p:sp>
      <p:grpSp>
        <p:nvGrpSpPr>
          <p:cNvPr id="55" name="object 4"/>
          <p:cNvGrpSpPr/>
          <p:nvPr/>
        </p:nvGrpSpPr>
        <p:grpSpPr>
          <a:xfrm>
            <a:off x="6498133" y="1258744"/>
            <a:ext cx="4648200" cy="2428875"/>
            <a:chOff x="6324600" y="1628774"/>
            <a:chExt cx="4648200" cy="2428875"/>
          </a:xfrm>
        </p:grpSpPr>
        <p:pic>
          <p:nvPicPr>
            <p:cNvPr id="56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4600" y="1628774"/>
              <a:ext cx="4648199" cy="2428874"/>
            </a:xfrm>
            <a:prstGeom prst="rect">
              <a:avLst/>
            </a:prstGeom>
          </p:spPr>
        </p:pic>
        <p:sp>
          <p:nvSpPr>
            <p:cNvPr id="57" name="object 6"/>
            <p:cNvSpPr/>
            <p:nvPr/>
          </p:nvSpPr>
          <p:spPr>
            <a:xfrm>
              <a:off x="6324600" y="1628774"/>
              <a:ext cx="4648200" cy="2428875"/>
            </a:xfrm>
            <a:custGeom>
              <a:avLst/>
              <a:gdLst/>
              <a:ahLst/>
              <a:cxnLst/>
              <a:rect l="l" t="t" r="r" b="b"/>
              <a:pathLst>
                <a:path w="4648200" h="2428875">
                  <a:moveTo>
                    <a:pt x="4495799" y="2428874"/>
                  </a:moveTo>
                  <a:lnTo>
                    <a:pt x="152399" y="2428874"/>
                  </a:lnTo>
                  <a:lnTo>
                    <a:pt x="137387" y="2428149"/>
                  </a:lnTo>
                  <a:lnTo>
                    <a:pt x="94079" y="2417273"/>
                  </a:lnTo>
                  <a:lnTo>
                    <a:pt x="55765" y="2394340"/>
                  </a:lnTo>
                  <a:lnTo>
                    <a:pt x="25660" y="2361159"/>
                  </a:lnTo>
                  <a:lnTo>
                    <a:pt x="6525" y="2320648"/>
                  </a:lnTo>
                  <a:lnTo>
                    <a:pt x="0" y="227647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4495799" y="0"/>
                  </a:lnTo>
                  <a:lnTo>
                    <a:pt x="4510812" y="725"/>
                  </a:lnTo>
                  <a:lnTo>
                    <a:pt x="4525536" y="2900"/>
                  </a:lnTo>
                  <a:lnTo>
                    <a:pt x="4539972" y="6525"/>
                  </a:lnTo>
                  <a:lnTo>
                    <a:pt x="45483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6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2276474"/>
                  </a:lnTo>
                  <a:lnTo>
                    <a:pt x="15675" y="2317949"/>
                  </a:lnTo>
                  <a:lnTo>
                    <a:pt x="33603" y="2355851"/>
                  </a:lnTo>
                  <a:lnTo>
                    <a:pt x="61759" y="2386919"/>
                  </a:lnTo>
                  <a:lnTo>
                    <a:pt x="97724" y="2408473"/>
                  </a:lnTo>
                  <a:lnTo>
                    <a:pt x="138395" y="2418663"/>
                  </a:lnTo>
                  <a:lnTo>
                    <a:pt x="152399" y="2419349"/>
                  </a:lnTo>
                  <a:lnTo>
                    <a:pt x="4548333" y="2419349"/>
                  </a:lnTo>
                  <a:lnTo>
                    <a:pt x="4539972" y="2422349"/>
                  </a:lnTo>
                  <a:lnTo>
                    <a:pt x="4525536" y="2425974"/>
                  </a:lnTo>
                  <a:lnTo>
                    <a:pt x="4510812" y="2428149"/>
                  </a:lnTo>
                  <a:lnTo>
                    <a:pt x="4495799" y="2428874"/>
                  </a:lnTo>
                  <a:close/>
                </a:path>
                <a:path w="4648200" h="2428875">
                  <a:moveTo>
                    <a:pt x="4548333" y="2419349"/>
                  </a:moveTo>
                  <a:lnTo>
                    <a:pt x="4495799" y="2419349"/>
                  </a:lnTo>
                  <a:lnTo>
                    <a:pt x="4502818" y="2419178"/>
                  </a:lnTo>
                  <a:lnTo>
                    <a:pt x="4509803" y="2418663"/>
                  </a:lnTo>
                  <a:lnTo>
                    <a:pt x="4550474" y="2408473"/>
                  </a:lnTo>
                  <a:lnTo>
                    <a:pt x="4586438" y="2386919"/>
                  </a:lnTo>
                  <a:lnTo>
                    <a:pt x="4614594" y="2355851"/>
                  </a:lnTo>
                  <a:lnTo>
                    <a:pt x="4632523" y="2317949"/>
                  </a:lnTo>
                  <a:lnTo>
                    <a:pt x="4637863" y="2291487"/>
                  </a:lnTo>
                  <a:lnTo>
                    <a:pt x="4637987" y="2290478"/>
                  </a:lnTo>
                  <a:lnTo>
                    <a:pt x="4638502" y="2283493"/>
                  </a:lnTo>
                  <a:lnTo>
                    <a:pt x="4638674" y="2276474"/>
                  </a:lnTo>
                  <a:lnTo>
                    <a:pt x="4638674" y="152399"/>
                  </a:lnTo>
                  <a:lnTo>
                    <a:pt x="4632523" y="110925"/>
                  </a:lnTo>
                  <a:lnTo>
                    <a:pt x="4614594" y="73022"/>
                  </a:lnTo>
                  <a:lnTo>
                    <a:pt x="4586438" y="41954"/>
                  </a:lnTo>
                  <a:lnTo>
                    <a:pt x="4550474" y="20400"/>
                  </a:lnTo>
                  <a:lnTo>
                    <a:pt x="4509803" y="10211"/>
                  </a:lnTo>
                  <a:lnTo>
                    <a:pt x="4495799" y="9524"/>
                  </a:lnTo>
                  <a:lnTo>
                    <a:pt x="4548334" y="9524"/>
                  </a:lnTo>
                  <a:lnTo>
                    <a:pt x="4592434" y="34533"/>
                  </a:lnTo>
                  <a:lnTo>
                    <a:pt x="4622539" y="67715"/>
                  </a:lnTo>
                  <a:lnTo>
                    <a:pt x="4641673" y="108226"/>
                  </a:lnTo>
                  <a:lnTo>
                    <a:pt x="4648199" y="152399"/>
                  </a:lnTo>
                  <a:lnTo>
                    <a:pt x="4648199" y="2276474"/>
                  </a:lnTo>
                  <a:lnTo>
                    <a:pt x="4647523" y="2290478"/>
                  </a:lnTo>
                  <a:lnTo>
                    <a:pt x="4636598" y="2334795"/>
                  </a:lnTo>
                  <a:lnTo>
                    <a:pt x="4613665" y="2373109"/>
                  </a:lnTo>
                  <a:lnTo>
                    <a:pt x="4580484" y="2403214"/>
                  </a:lnTo>
                  <a:lnTo>
                    <a:pt x="4554120" y="2417273"/>
                  </a:lnTo>
                  <a:lnTo>
                    <a:pt x="4548333" y="2419349"/>
                  </a:lnTo>
                  <a:close/>
                </a:path>
              </a:pathLst>
            </a:custGeom>
            <a:solidFill>
              <a:srgbClr val="A754F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8"/>
          <p:cNvSpPr txBox="1"/>
          <p:nvPr/>
        </p:nvSpPr>
        <p:spPr>
          <a:xfrm>
            <a:off x="7584859" y="1387509"/>
            <a:ext cx="2870259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b="1" spc="-155" dirty="0">
                <a:solidFill>
                  <a:srgbClr val="FFFFFF"/>
                </a:solidFill>
                <a:highlight>
                  <a:srgbClr val="800080"/>
                </a:highlight>
                <a:latin typeface="Arial"/>
                <a:cs typeface="Arial"/>
              </a:rPr>
              <a:t>GPCSSI</a:t>
            </a:r>
            <a:r>
              <a:rPr sz="2400" b="1" spc="-20" dirty="0">
                <a:solidFill>
                  <a:srgbClr val="FFFFFF"/>
                </a:solidFill>
                <a:highlight>
                  <a:srgbClr val="800080"/>
                </a:highlight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highlight>
                  <a:srgbClr val="800080"/>
                </a:highlight>
                <a:latin typeface="Arial"/>
                <a:cs typeface="Arial"/>
              </a:rPr>
              <a:t>2025</a:t>
            </a:r>
            <a:r>
              <a:rPr sz="2000" b="1" spc="-5" dirty="0">
                <a:solidFill>
                  <a:srgbClr val="FFFFFF"/>
                </a:solidFill>
                <a:highlight>
                  <a:srgbClr val="800080"/>
                </a:highlight>
                <a:latin typeface="Arial"/>
                <a:cs typeface="Arial"/>
              </a:rPr>
              <a:t> </a:t>
            </a:r>
            <a:r>
              <a:rPr sz="2400" b="1" spc="-90" dirty="0">
                <a:solidFill>
                  <a:srgbClr val="FFFFFF"/>
                </a:solidFill>
                <a:highlight>
                  <a:srgbClr val="800080"/>
                </a:highlight>
                <a:latin typeface="Arial"/>
                <a:cs typeface="Arial"/>
              </a:rPr>
              <a:t>Team</a:t>
            </a:r>
            <a:r>
              <a:rPr lang="en-US" sz="2400" b="1" spc="-90" dirty="0">
                <a:solidFill>
                  <a:srgbClr val="FFFFFF"/>
                </a:solidFill>
                <a:highlight>
                  <a:srgbClr val="800080"/>
                </a:highlight>
                <a:latin typeface="Arial"/>
                <a:cs typeface="Arial"/>
              </a:rPr>
              <a:t> .</a:t>
            </a:r>
            <a:endParaRPr sz="2400" dirty="0">
              <a:highlight>
                <a:srgbClr val="800080"/>
              </a:highlight>
              <a:latin typeface="Arial"/>
              <a:cs typeface="Arial"/>
            </a:endParaRPr>
          </a:p>
        </p:txBody>
      </p:sp>
      <p:sp>
        <p:nvSpPr>
          <p:cNvPr id="60" name="object 9"/>
          <p:cNvSpPr txBox="1"/>
          <p:nvPr/>
        </p:nvSpPr>
        <p:spPr>
          <a:xfrm>
            <a:off x="6974695" y="1838745"/>
            <a:ext cx="3705225" cy="166609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22200"/>
              </a:lnSpc>
              <a:spcBef>
                <a:spcPts val="75"/>
              </a:spcBef>
            </a:pPr>
            <a:r>
              <a:rPr b="1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Special</a:t>
            </a:r>
            <a:r>
              <a:rPr b="1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thanks </a:t>
            </a:r>
            <a:r>
              <a:rPr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b="1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the</a:t>
            </a:r>
            <a:r>
              <a:rPr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spc="-130" dirty="0">
                <a:solidFill>
                  <a:srgbClr val="D0D5DA"/>
                </a:solidFill>
                <a:latin typeface="Microsoft Sans Serif"/>
                <a:cs typeface="Microsoft Sans Serif"/>
              </a:rPr>
              <a:t>GPCSSI</a:t>
            </a:r>
            <a:r>
              <a:rPr b="1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2025</a:t>
            </a:r>
            <a:r>
              <a:rPr b="1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spc="-90" dirty="0">
                <a:solidFill>
                  <a:srgbClr val="D0D5DA"/>
                </a:solidFill>
                <a:latin typeface="Microsoft Sans Serif"/>
                <a:cs typeface="Microsoft Sans Serif"/>
              </a:rPr>
              <a:t>Team</a:t>
            </a:r>
            <a:r>
              <a:rPr b="1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and </a:t>
            </a:r>
            <a:r>
              <a:rPr b="1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college</a:t>
            </a:r>
            <a:r>
              <a:rPr b="1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faculty</a:t>
            </a:r>
            <a:r>
              <a:rPr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for</a:t>
            </a:r>
            <a:r>
              <a:rPr b="1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their</a:t>
            </a:r>
            <a:r>
              <a:rPr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 continuous</a:t>
            </a:r>
            <a:r>
              <a:rPr b="1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support, </a:t>
            </a:r>
            <a:r>
              <a:rPr b="1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encouragement, and</a:t>
            </a:r>
            <a:r>
              <a:rPr b="1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creating</a:t>
            </a:r>
            <a:r>
              <a:rPr b="1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dirty="0">
                <a:solidFill>
                  <a:srgbClr val="D0D5DA"/>
                </a:solidFill>
                <a:latin typeface="Microsoft Sans Serif"/>
                <a:cs typeface="Microsoft Sans Serif"/>
              </a:rPr>
              <a:t>this</a:t>
            </a:r>
            <a:r>
              <a:rPr b="1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incredible </a:t>
            </a:r>
            <a:r>
              <a:rPr b="1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learning</a:t>
            </a:r>
            <a:r>
              <a:rPr b="1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> </a:t>
            </a:r>
            <a:r>
              <a:rPr b="1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opportunity.</a:t>
            </a:r>
            <a:endParaRPr b="1" dirty="0">
              <a:latin typeface="Microsoft Sans Serif"/>
              <a:cs typeface="Microsoft Sans Serif"/>
            </a:endParaRPr>
          </a:p>
        </p:txBody>
      </p:sp>
      <p:grpSp>
        <p:nvGrpSpPr>
          <p:cNvPr id="61" name="object 10"/>
          <p:cNvGrpSpPr/>
          <p:nvPr/>
        </p:nvGrpSpPr>
        <p:grpSpPr>
          <a:xfrm>
            <a:off x="1112520" y="4147062"/>
            <a:ext cx="9753600" cy="1663803"/>
            <a:chOff x="1219199" y="4667250"/>
            <a:chExt cx="9753600" cy="3257549"/>
          </a:xfrm>
        </p:grpSpPr>
        <p:pic>
          <p:nvPicPr>
            <p:cNvPr id="62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9199" y="4667250"/>
              <a:ext cx="9753599" cy="3257549"/>
            </a:xfrm>
            <a:prstGeom prst="rect">
              <a:avLst/>
            </a:prstGeom>
          </p:spPr>
        </p:pic>
        <p:sp>
          <p:nvSpPr>
            <p:cNvPr id="63" name="object 12"/>
            <p:cNvSpPr/>
            <p:nvPr/>
          </p:nvSpPr>
          <p:spPr>
            <a:xfrm>
              <a:off x="1219199" y="4667250"/>
              <a:ext cx="9753600" cy="3251200"/>
            </a:xfrm>
            <a:custGeom>
              <a:avLst/>
              <a:gdLst/>
              <a:ahLst/>
              <a:cxnLst/>
              <a:rect l="l" t="t" r="r" b="b"/>
              <a:pathLst>
                <a:path w="9753600" h="3251199">
                  <a:moveTo>
                    <a:pt x="178823" y="12700"/>
                  </a:moveTo>
                  <a:lnTo>
                    <a:pt x="151599" y="12700"/>
                  </a:lnTo>
                  <a:lnTo>
                    <a:pt x="162240" y="0"/>
                  </a:lnTo>
                  <a:lnTo>
                    <a:pt x="192897" y="0"/>
                  </a:lnTo>
                  <a:lnTo>
                    <a:pt x="178823" y="12700"/>
                  </a:lnTo>
                  <a:close/>
                </a:path>
                <a:path w="9753600" h="3251199">
                  <a:moveTo>
                    <a:pt x="9601998" y="12700"/>
                  </a:moveTo>
                  <a:lnTo>
                    <a:pt x="9574774" y="12700"/>
                  </a:lnTo>
                  <a:lnTo>
                    <a:pt x="9560701" y="0"/>
                  </a:lnTo>
                  <a:lnTo>
                    <a:pt x="9591358" y="0"/>
                  </a:lnTo>
                  <a:lnTo>
                    <a:pt x="9601998" y="12700"/>
                  </a:lnTo>
                  <a:close/>
                </a:path>
                <a:path w="9753600" h="3251199">
                  <a:moveTo>
                    <a:pt x="138134" y="25400"/>
                  </a:moveTo>
                  <a:lnTo>
                    <a:pt x="120837" y="25400"/>
                  </a:lnTo>
                  <a:lnTo>
                    <a:pt x="130847" y="12700"/>
                  </a:lnTo>
                  <a:lnTo>
                    <a:pt x="151392" y="12700"/>
                  </a:lnTo>
                  <a:lnTo>
                    <a:pt x="138134" y="25400"/>
                  </a:lnTo>
                  <a:close/>
                </a:path>
                <a:path w="9753600" h="3251199">
                  <a:moveTo>
                    <a:pt x="9632761" y="25400"/>
                  </a:moveTo>
                  <a:lnTo>
                    <a:pt x="9615463" y="25400"/>
                  </a:lnTo>
                  <a:lnTo>
                    <a:pt x="9602205" y="12700"/>
                  </a:lnTo>
                  <a:lnTo>
                    <a:pt x="9622750" y="12700"/>
                  </a:lnTo>
                  <a:lnTo>
                    <a:pt x="9632761" y="25400"/>
                  </a:lnTo>
                  <a:close/>
                </a:path>
                <a:path w="9753600" h="3251199">
                  <a:moveTo>
                    <a:pt x="119000" y="38100"/>
                  </a:moveTo>
                  <a:lnTo>
                    <a:pt x="101596" y="38100"/>
                  </a:lnTo>
                  <a:lnTo>
                    <a:pt x="111086" y="25400"/>
                  </a:lnTo>
                  <a:lnTo>
                    <a:pt x="131656" y="25400"/>
                  </a:lnTo>
                  <a:lnTo>
                    <a:pt x="119000" y="38100"/>
                  </a:lnTo>
                  <a:close/>
                </a:path>
                <a:path w="9753600" h="3251199">
                  <a:moveTo>
                    <a:pt x="9652002" y="38100"/>
                  </a:moveTo>
                  <a:lnTo>
                    <a:pt x="9634597" y="38100"/>
                  </a:lnTo>
                  <a:lnTo>
                    <a:pt x="9621942" y="25400"/>
                  </a:lnTo>
                  <a:lnTo>
                    <a:pt x="9642511" y="25400"/>
                  </a:lnTo>
                  <a:lnTo>
                    <a:pt x="9652002" y="38100"/>
                  </a:lnTo>
                  <a:close/>
                </a:path>
                <a:path w="9753600" h="3251199">
                  <a:moveTo>
                    <a:pt x="84073" y="63500"/>
                  </a:moveTo>
                  <a:lnTo>
                    <a:pt x="66955" y="63500"/>
                  </a:lnTo>
                  <a:lnTo>
                    <a:pt x="75090" y="50800"/>
                  </a:lnTo>
                  <a:lnTo>
                    <a:pt x="83575" y="50800"/>
                  </a:lnTo>
                  <a:lnTo>
                    <a:pt x="92411" y="38100"/>
                  </a:lnTo>
                  <a:lnTo>
                    <a:pt x="100922" y="38100"/>
                  </a:lnTo>
                  <a:lnTo>
                    <a:pt x="95166" y="50800"/>
                  </a:lnTo>
                  <a:lnTo>
                    <a:pt x="84073" y="63500"/>
                  </a:lnTo>
                  <a:close/>
                </a:path>
                <a:path w="9753600" h="3251199">
                  <a:moveTo>
                    <a:pt x="9686643" y="63500"/>
                  </a:moveTo>
                  <a:lnTo>
                    <a:pt x="9669525" y="63500"/>
                  </a:lnTo>
                  <a:lnTo>
                    <a:pt x="9658431" y="50800"/>
                  </a:lnTo>
                  <a:lnTo>
                    <a:pt x="9652675" y="38100"/>
                  </a:lnTo>
                  <a:lnTo>
                    <a:pt x="9661187" y="38100"/>
                  </a:lnTo>
                  <a:lnTo>
                    <a:pt x="9670022" y="50800"/>
                  </a:lnTo>
                  <a:lnTo>
                    <a:pt x="9678508" y="50800"/>
                  </a:lnTo>
                  <a:lnTo>
                    <a:pt x="9686643" y="63500"/>
                  </a:lnTo>
                  <a:close/>
                </a:path>
                <a:path w="9753600" h="3251199">
                  <a:moveTo>
                    <a:pt x="54700" y="88900"/>
                  </a:moveTo>
                  <a:lnTo>
                    <a:pt x="44993" y="88900"/>
                  </a:lnTo>
                  <a:lnTo>
                    <a:pt x="51887" y="76200"/>
                  </a:lnTo>
                  <a:lnTo>
                    <a:pt x="59208" y="63500"/>
                  </a:lnTo>
                  <a:lnTo>
                    <a:pt x="78764" y="63500"/>
                  </a:lnTo>
                  <a:lnTo>
                    <a:pt x="68617" y="76200"/>
                  </a:lnTo>
                  <a:lnTo>
                    <a:pt x="63804" y="76200"/>
                  </a:lnTo>
                  <a:lnTo>
                    <a:pt x="54700" y="88900"/>
                  </a:lnTo>
                  <a:close/>
                </a:path>
                <a:path w="9753600" h="3251199">
                  <a:moveTo>
                    <a:pt x="9708604" y="88900"/>
                  </a:moveTo>
                  <a:lnTo>
                    <a:pt x="9698897" y="88900"/>
                  </a:lnTo>
                  <a:lnTo>
                    <a:pt x="9689794" y="76200"/>
                  </a:lnTo>
                  <a:lnTo>
                    <a:pt x="9684981" y="76200"/>
                  </a:lnTo>
                  <a:lnTo>
                    <a:pt x="9674834" y="63500"/>
                  </a:lnTo>
                  <a:lnTo>
                    <a:pt x="9694390" y="63500"/>
                  </a:lnTo>
                  <a:lnTo>
                    <a:pt x="9701710" y="76200"/>
                  </a:lnTo>
                  <a:lnTo>
                    <a:pt x="9708604" y="88900"/>
                  </a:lnTo>
                  <a:close/>
                </a:path>
                <a:path w="9753600" h="3251199">
                  <a:moveTo>
                    <a:pt x="15134" y="3073400"/>
                  </a:moveTo>
                  <a:lnTo>
                    <a:pt x="4392" y="3073400"/>
                  </a:lnTo>
                  <a:lnTo>
                    <a:pt x="2470" y="3060700"/>
                  </a:lnTo>
                  <a:lnTo>
                    <a:pt x="1098" y="3048000"/>
                  </a:lnTo>
                  <a:lnTo>
                    <a:pt x="274" y="3035300"/>
                  </a:lnTo>
                  <a:lnTo>
                    <a:pt x="0" y="3022600"/>
                  </a:lnTo>
                  <a:lnTo>
                    <a:pt x="0" y="215900"/>
                  </a:lnTo>
                  <a:lnTo>
                    <a:pt x="274" y="215900"/>
                  </a:lnTo>
                  <a:lnTo>
                    <a:pt x="1098" y="203200"/>
                  </a:lnTo>
                  <a:lnTo>
                    <a:pt x="6852" y="165100"/>
                  </a:lnTo>
                  <a:lnTo>
                    <a:pt x="13357" y="139700"/>
                  </a:lnTo>
                  <a:lnTo>
                    <a:pt x="17401" y="139700"/>
                  </a:lnTo>
                  <a:lnTo>
                    <a:pt x="21952" y="127000"/>
                  </a:lnTo>
                  <a:lnTo>
                    <a:pt x="26990" y="114300"/>
                  </a:lnTo>
                  <a:lnTo>
                    <a:pt x="32514" y="101600"/>
                  </a:lnTo>
                  <a:lnTo>
                    <a:pt x="38526" y="88900"/>
                  </a:lnTo>
                  <a:lnTo>
                    <a:pt x="50431" y="88900"/>
                  </a:lnTo>
                  <a:lnTo>
                    <a:pt x="42459" y="101600"/>
                  </a:lnTo>
                  <a:lnTo>
                    <a:pt x="38775" y="114300"/>
                  </a:lnTo>
                  <a:lnTo>
                    <a:pt x="32010" y="127000"/>
                  </a:lnTo>
                  <a:lnTo>
                    <a:pt x="28946" y="127000"/>
                  </a:lnTo>
                  <a:lnTo>
                    <a:pt x="23455" y="139700"/>
                  </a:lnTo>
                  <a:lnTo>
                    <a:pt x="21041" y="152400"/>
                  </a:lnTo>
                  <a:lnTo>
                    <a:pt x="16875" y="165100"/>
                  </a:lnTo>
                  <a:lnTo>
                    <a:pt x="15134" y="177800"/>
                  </a:lnTo>
                  <a:lnTo>
                    <a:pt x="12334" y="190500"/>
                  </a:lnTo>
                  <a:lnTo>
                    <a:pt x="11283" y="190500"/>
                  </a:lnTo>
                  <a:lnTo>
                    <a:pt x="9876" y="203200"/>
                  </a:lnTo>
                  <a:lnTo>
                    <a:pt x="9524" y="215900"/>
                  </a:lnTo>
                  <a:lnTo>
                    <a:pt x="9524" y="3035300"/>
                  </a:lnTo>
                  <a:lnTo>
                    <a:pt x="9876" y="3035300"/>
                  </a:lnTo>
                  <a:lnTo>
                    <a:pt x="11283" y="3048000"/>
                  </a:lnTo>
                  <a:lnTo>
                    <a:pt x="12334" y="3060700"/>
                  </a:lnTo>
                  <a:lnTo>
                    <a:pt x="15134" y="3073400"/>
                  </a:lnTo>
                  <a:close/>
                </a:path>
                <a:path w="9753600" h="3251199">
                  <a:moveTo>
                    <a:pt x="9749206" y="3073400"/>
                  </a:moveTo>
                  <a:lnTo>
                    <a:pt x="9738463" y="3073400"/>
                  </a:lnTo>
                  <a:lnTo>
                    <a:pt x="9741263" y="3060700"/>
                  </a:lnTo>
                  <a:lnTo>
                    <a:pt x="9742315" y="3048000"/>
                  </a:lnTo>
                  <a:lnTo>
                    <a:pt x="9743722" y="3035300"/>
                  </a:lnTo>
                  <a:lnTo>
                    <a:pt x="9744074" y="3035300"/>
                  </a:lnTo>
                  <a:lnTo>
                    <a:pt x="9744074" y="215900"/>
                  </a:lnTo>
                  <a:lnTo>
                    <a:pt x="9743722" y="203200"/>
                  </a:lnTo>
                  <a:lnTo>
                    <a:pt x="9742315" y="190500"/>
                  </a:lnTo>
                  <a:lnTo>
                    <a:pt x="9741263" y="190500"/>
                  </a:lnTo>
                  <a:lnTo>
                    <a:pt x="9738463" y="177800"/>
                  </a:lnTo>
                  <a:lnTo>
                    <a:pt x="9736722" y="165100"/>
                  </a:lnTo>
                  <a:lnTo>
                    <a:pt x="9732557" y="152400"/>
                  </a:lnTo>
                  <a:lnTo>
                    <a:pt x="9730142" y="139700"/>
                  </a:lnTo>
                  <a:lnTo>
                    <a:pt x="9724650" y="127000"/>
                  </a:lnTo>
                  <a:lnTo>
                    <a:pt x="9721587" y="127000"/>
                  </a:lnTo>
                  <a:lnTo>
                    <a:pt x="9714822" y="114300"/>
                  </a:lnTo>
                  <a:lnTo>
                    <a:pt x="9711138" y="101600"/>
                  </a:lnTo>
                  <a:lnTo>
                    <a:pt x="9703166" y="88900"/>
                  </a:lnTo>
                  <a:lnTo>
                    <a:pt x="9715072" y="88900"/>
                  </a:lnTo>
                  <a:lnTo>
                    <a:pt x="9721083" y="101600"/>
                  </a:lnTo>
                  <a:lnTo>
                    <a:pt x="9726607" y="114300"/>
                  </a:lnTo>
                  <a:lnTo>
                    <a:pt x="9731645" y="127000"/>
                  </a:lnTo>
                  <a:lnTo>
                    <a:pt x="9736197" y="139700"/>
                  </a:lnTo>
                  <a:lnTo>
                    <a:pt x="9740241" y="139700"/>
                  </a:lnTo>
                  <a:lnTo>
                    <a:pt x="9749206" y="177800"/>
                  </a:lnTo>
                  <a:lnTo>
                    <a:pt x="9753324" y="215900"/>
                  </a:lnTo>
                  <a:lnTo>
                    <a:pt x="9753599" y="215900"/>
                  </a:lnTo>
                  <a:lnTo>
                    <a:pt x="9753599" y="3022600"/>
                  </a:lnTo>
                  <a:lnTo>
                    <a:pt x="9753324" y="3035300"/>
                  </a:lnTo>
                  <a:lnTo>
                    <a:pt x="9752501" y="3048000"/>
                  </a:lnTo>
                  <a:lnTo>
                    <a:pt x="9751128" y="3060700"/>
                  </a:lnTo>
                  <a:lnTo>
                    <a:pt x="9749206" y="3073400"/>
                  </a:lnTo>
                  <a:close/>
                </a:path>
                <a:path w="9753600" h="3251199">
                  <a:moveTo>
                    <a:pt x="54700" y="3162300"/>
                  </a:moveTo>
                  <a:lnTo>
                    <a:pt x="44994" y="3162300"/>
                  </a:lnTo>
                  <a:lnTo>
                    <a:pt x="38526" y="3149600"/>
                  </a:lnTo>
                  <a:lnTo>
                    <a:pt x="32515" y="3136900"/>
                  </a:lnTo>
                  <a:lnTo>
                    <a:pt x="26990" y="3124200"/>
                  </a:lnTo>
                  <a:lnTo>
                    <a:pt x="21952" y="3124200"/>
                  </a:lnTo>
                  <a:lnTo>
                    <a:pt x="17401" y="3111500"/>
                  </a:lnTo>
                  <a:lnTo>
                    <a:pt x="13357" y="3098800"/>
                  </a:lnTo>
                  <a:lnTo>
                    <a:pt x="9840" y="3086100"/>
                  </a:lnTo>
                  <a:lnTo>
                    <a:pt x="6852" y="3073400"/>
                  </a:lnTo>
                  <a:lnTo>
                    <a:pt x="16875" y="3073400"/>
                  </a:lnTo>
                  <a:lnTo>
                    <a:pt x="21041" y="3098800"/>
                  </a:lnTo>
                  <a:lnTo>
                    <a:pt x="23455" y="3098800"/>
                  </a:lnTo>
                  <a:lnTo>
                    <a:pt x="28946" y="3111500"/>
                  </a:lnTo>
                  <a:lnTo>
                    <a:pt x="32010" y="3124200"/>
                  </a:lnTo>
                  <a:lnTo>
                    <a:pt x="38775" y="3136900"/>
                  </a:lnTo>
                  <a:lnTo>
                    <a:pt x="42459" y="3136900"/>
                  </a:lnTo>
                  <a:lnTo>
                    <a:pt x="50431" y="3149600"/>
                  </a:lnTo>
                  <a:lnTo>
                    <a:pt x="54700" y="3162300"/>
                  </a:lnTo>
                  <a:close/>
                </a:path>
                <a:path w="9753600" h="3251199">
                  <a:moveTo>
                    <a:pt x="9708604" y="3162300"/>
                  </a:moveTo>
                  <a:lnTo>
                    <a:pt x="9698897" y="3162300"/>
                  </a:lnTo>
                  <a:lnTo>
                    <a:pt x="9703166" y="3149600"/>
                  </a:lnTo>
                  <a:lnTo>
                    <a:pt x="9711138" y="3136900"/>
                  </a:lnTo>
                  <a:lnTo>
                    <a:pt x="9714822" y="3136900"/>
                  </a:lnTo>
                  <a:lnTo>
                    <a:pt x="9721587" y="3124200"/>
                  </a:lnTo>
                  <a:lnTo>
                    <a:pt x="9724650" y="3111500"/>
                  </a:lnTo>
                  <a:lnTo>
                    <a:pt x="9730142" y="3098800"/>
                  </a:lnTo>
                  <a:lnTo>
                    <a:pt x="9732557" y="3098800"/>
                  </a:lnTo>
                  <a:lnTo>
                    <a:pt x="9736722" y="3073400"/>
                  </a:lnTo>
                  <a:lnTo>
                    <a:pt x="9746746" y="3073400"/>
                  </a:lnTo>
                  <a:lnTo>
                    <a:pt x="9743757" y="3086100"/>
                  </a:lnTo>
                  <a:lnTo>
                    <a:pt x="9740241" y="3098800"/>
                  </a:lnTo>
                  <a:lnTo>
                    <a:pt x="9736197" y="3111500"/>
                  </a:lnTo>
                  <a:lnTo>
                    <a:pt x="9731645" y="3124200"/>
                  </a:lnTo>
                  <a:lnTo>
                    <a:pt x="9726607" y="3124200"/>
                  </a:lnTo>
                  <a:lnTo>
                    <a:pt x="9721083" y="3136900"/>
                  </a:lnTo>
                  <a:lnTo>
                    <a:pt x="9715072" y="3149600"/>
                  </a:lnTo>
                  <a:lnTo>
                    <a:pt x="9708604" y="3162300"/>
                  </a:lnTo>
                  <a:close/>
                </a:path>
                <a:path w="9753600" h="3251199">
                  <a:moveTo>
                    <a:pt x="78764" y="3187700"/>
                  </a:moveTo>
                  <a:lnTo>
                    <a:pt x="66955" y="3187700"/>
                  </a:lnTo>
                  <a:lnTo>
                    <a:pt x="59208" y="3175000"/>
                  </a:lnTo>
                  <a:lnTo>
                    <a:pt x="51887" y="3162300"/>
                  </a:lnTo>
                  <a:lnTo>
                    <a:pt x="63804" y="3162300"/>
                  </a:lnTo>
                  <a:lnTo>
                    <a:pt x="68617" y="3175000"/>
                  </a:lnTo>
                  <a:lnTo>
                    <a:pt x="78764" y="3187700"/>
                  </a:lnTo>
                  <a:close/>
                </a:path>
                <a:path w="9753600" h="3251199">
                  <a:moveTo>
                    <a:pt x="9686643" y="3187700"/>
                  </a:moveTo>
                  <a:lnTo>
                    <a:pt x="9674834" y="3187700"/>
                  </a:lnTo>
                  <a:lnTo>
                    <a:pt x="9684981" y="3175000"/>
                  </a:lnTo>
                  <a:lnTo>
                    <a:pt x="9689794" y="3162300"/>
                  </a:lnTo>
                  <a:lnTo>
                    <a:pt x="9701710" y="3162300"/>
                  </a:lnTo>
                  <a:lnTo>
                    <a:pt x="9694390" y="3175000"/>
                  </a:lnTo>
                  <a:lnTo>
                    <a:pt x="9686643" y="3187700"/>
                  </a:lnTo>
                  <a:close/>
                </a:path>
                <a:path w="9753600" h="3251199">
                  <a:moveTo>
                    <a:pt x="95166" y="3200400"/>
                  </a:moveTo>
                  <a:lnTo>
                    <a:pt x="83575" y="3200400"/>
                  </a:lnTo>
                  <a:lnTo>
                    <a:pt x="75090" y="3187700"/>
                  </a:lnTo>
                  <a:lnTo>
                    <a:pt x="84073" y="3187700"/>
                  </a:lnTo>
                  <a:lnTo>
                    <a:pt x="95166" y="3200400"/>
                  </a:lnTo>
                  <a:close/>
                </a:path>
                <a:path w="9753600" h="3251199">
                  <a:moveTo>
                    <a:pt x="9670022" y="3200400"/>
                  </a:moveTo>
                  <a:lnTo>
                    <a:pt x="9658432" y="3200400"/>
                  </a:lnTo>
                  <a:lnTo>
                    <a:pt x="9669525" y="3187700"/>
                  </a:lnTo>
                  <a:lnTo>
                    <a:pt x="9678507" y="3187700"/>
                  </a:lnTo>
                  <a:lnTo>
                    <a:pt x="9670022" y="3200400"/>
                  </a:lnTo>
                  <a:close/>
                </a:path>
                <a:path w="9753600" h="3251199">
                  <a:moveTo>
                    <a:pt x="112854" y="3213100"/>
                  </a:moveTo>
                  <a:lnTo>
                    <a:pt x="101596" y="3213100"/>
                  </a:lnTo>
                  <a:lnTo>
                    <a:pt x="92411" y="3200400"/>
                  </a:lnTo>
                  <a:lnTo>
                    <a:pt x="100922" y="3200400"/>
                  </a:lnTo>
                  <a:lnTo>
                    <a:pt x="112854" y="3213100"/>
                  </a:lnTo>
                  <a:close/>
                </a:path>
                <a:path w="9753600" h="3251199">
                  <a:moveTo>
                    <a:pt x="9652001" y="3213100"/>
                  </a:moveTo>
                  <a:lnTo>
                    <a:pt x="9640744" y="3213100"/>
                  </a:lnTo>
                  <a:lnTo>
                    <a:pt x="9652676" y="3200400"/>
                  </a:lnTo>
                  <a:lnTo>
                    <a:pt x="9661186" y="3200400"/>
                  </a:lnTo>
                  <a:lnTo>
                    <a:pt x="9652001" y="3213100"/>
                  </a:lnTo>
                  <a:close/>
                </a:path>
                <a:path w="9753600" h="3251199">
                  <a:moveTo>
                    <a:pt x="138134" y="3225800"/>
                  </a:moveTo>
                  <a:lnTo>
                    <a:pt x="120837" y="3225800"/>
                  </a:lnTo>
                  <a:lnTo>
                    <a:pt x="111086" y="3213100"/>
                  </a:lnTo>
                  <a:lnTo>
                    <a:pt x="131656" y="3213100"/>
                  </a:lnTo>
                  <a:lnTo>
                    <a:pt x="138134" y="3225800"/>
                  </a:lnTo>
                  <a:close/>
                </a:path>
                <a:path w="9753600" h="3251199">
                  <a:moveTo>
                    <a:pt x="9632760" y="3225800"/>
                  </a:moveTo>
                  <a:lnTo>
                    <a:pt x="9615463" y="3225800"/>
                  </a:lnTo>
                  <a:lnTo>
                    <a:pt x="9621942" y="3213100"/>
                  </a:lnTo>
                  <a:lnTo>
                    <a:pt x="9642511" y="3213100"/>
                  </a:lnTo>
                  <a:lnTo>
                    <a:pt x="9632760" y="3225800"/>
                  </a:lnTo>
                  <a:close/>
                </a:path>
                <a:path w="9753600" h="3251199">
                  <a:moveTo>
                    <a:pt x="171871" y="3238500"/>
                  </a:moveTo>
                  <a:lnTo>
                    <a:pt x="141118" y="3238500"/>
                  </a:lnTo>
                  <a:lnTo>
                    <a:pt x="130847" y="3225800"/>
                  </a:lnTo>
                  <a:lnTo>
                    <a:pt x="158139" y="3225800"/>
                  </a:lnTo>
                  <a:lnTo>
                    <a:pt x="171871" y="3238500"/>
                  </a:lnTo>
                  <a:close/>
                </a:path>
                <a:path w="9753600" h="3251199">
                  <a:moveTo>
                    <a:pt x="9612479" y="3238500"/>
                  </a:moveTo>
                  <a:lnTo>
                    <a:pt x="9581725" y="3238500"/>
                  </a:lnTo>
                  <a:lnTo>
                    <a:pt x="9595458" y="3225800"/>
                  </a:lnTo>
                  <a:lnTo>
                    <a:pt x="9622750" y="3225800"/>
                  </a:lnTo>
                  <a:lnTo>
                    <a:pt x="9612479" y="3238500"/>
                  </a:lnTo>
                  <a:close/>
                </a:path>
                <a:path w="9753600" h="3251199">
                  <a:moveTo>
                    <a:pt x="9569596" y="3251200"/>
                  </a:moveTo>
                  <a:lnTo>
                    <a:pt x="184002" y="3251200"/>
                  </a:lnTo>
                  <a:lnTo>
                    <a:pt x="173041" y="3238500"/>
                  </a:lnTo>
                  <a:lnTo>
                    <a:pt x="9580557" y="3238500"/>
                  </a:lnTo>
                  <a:lnTo>
                    <a:pt x="9569596" y="3251200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15"/>
          <p:cNvSpPr txBox="1"/>
          <p:nvPr/>
        </p:nvSpPr>
        <p:spPr>
          <a:xfrm>
            <a:off x="3241758" y="5039525"/>
            <a:ext cx="6757647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dirty="0">
                <a:ln w="0"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Sans Serif"/>
                <a:cs typeface="Microsoft Sans Serif"/>
              </a:rPr>
              <a:t>every click is a responsibility</a:t>
            </a:r>
            <a:r>
              <a:rPr sz="4000" dirty="0">
                <a:ln w="0"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Sans Serif"/>
                <a:cs typeface="Microsoft Sans Serif"/>
              </a:rPr>
              <a:t>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18A0390-D2A1-B712-C7AA-99FB525C3271}"/>
              </a:ext>
            </a:extLst>
          </p:cNvPr>
          <p:cNvSpPr/>
          <p:nvPr/>
        </p:nvSpPr>
        <p:spPr>
          <a:xfrm>
            <a:off x="1210478" y="4338166"/>
            <a:ext cx="955768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From the Surface Web to the Dark Web</a:t>
            </a:r>
          </a:p>
        </p:txBody>
      </p:sp>
    </p:spTree>
    <p:extLst>
      <p:ext uri="{BB962C8B-B14F-4D97-AF65-F5344CB8AC3E}">
        <p14:creationId xmlns:p14="http://schemas.microsoft.com/office/powerpoint/2010/main" val="56279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F68DA-A938-3BC3-715D-A316F57D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3F84B82-ED5C-D2EF-4E5B-F1FD86DC2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8D244E-CBD4-175A-E877-95E5FE667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0F209E-684F-B5AB-47FD-A0B5E5FDD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1AF7C4-80EA-6FD0-C13E-66E4C665B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3" descr="A low poly bird on a dark background&#10;&#10;AI-generated content may be incorrect.">
            <a:extLst>
              <a:ext uri="{FF2B5EF4-FFF2-40B4-BE49-F238E27FC236}">
                <a16:creationId xmlns:a16="http://schemas.microsoft.com/office/drawing/2014/main" id="{7E60F75C-C59F-9D8F-63B2-DB98EC7062A4}"/>
              </a:ext>
            </a:extLst>
          </p:cNvPr>
          <p:cNvPicPr/>
          <p:nvPr/>
        </p:nvPicPr>
        <p:blipFill>
          <a:blip r:embed="rId2" cstate="print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2" name="object 24">
            <a:extLst>
              <a:ext uri="{FF2B5EF4-FFF2-40B4-BE49-F238E27FC236}">
                <a16:creationId xmlns:a16="http://schemas.microsoft.com/office/drawing/2014/main" id="{18138F46-20A6-C015-8AAF-9392D141C2A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160" y="161376"/>
            <a:ext cx="1285422" cy="12397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03007-179C-1A5A-463B-5FA4DDA0E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72" y="2743200"/>
            <a:ext cx="9066329" cy="29610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0688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742</Words>
  <Application>Microsoft Office PowerPoint</Application>
  <PresentationFormat>Widescreen</PresentationFormat>
  <Paragraphs>181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Aptos Display</vt:lpstr>
      <vt:lpstr>Arial</vt:lpstr>
      <vt:lpstr>Comic Sans MS</vt:lpstr>
      <vt:lpstr>Georgia</vt:lpstr>
      <vt:lpstr>Microsoft Sans Serif</vt:lpstr>
      <vt:lpstr>Roboto Lt</vt:lpstr>
      <vt:lpstr>Tahoma</vt:lpstr>
      <vt:lpstr>Trebuchet MS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 singh</dc:creator>
  <cp:lastModifiedBy>prem singh</cp:lastModifiedBy>
  <cp:revision>21</cp:revision>
  <dcterms:created xsi:type="dcterms:W3CDTF">2025-10-30T08:01:04Z</dcterms:created>
  <dcterms:modified xsi:type="dcterms:W3CDTF">2025-11-10T08:57:01Z</dcterms:modified>
</cp:coreProperties>
</file>